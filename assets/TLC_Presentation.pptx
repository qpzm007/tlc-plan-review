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ca36d98d6fb4e7c" /><Relationship Type="http://schemas.openxmlformats.org/officeDocument/2006/relationships/extended-properties" Target="/docProps/app.xml" Id="Rdb464bc02c6a4eb1" /><Relationship Type="http://schemas.openxmlformats.org/officeDocument/2006/relationships/officeDocument" Target="/ppt/presentation.xml" Id="Rc461b939e3cd4c10" /></Relationships>
</file>

<file path=ppt/presentation.xml><?xml version="1.0" encoding="utf-8"?>
<p:presentation xmlns:p="http://schemas.openxmlformats.org/presentationml/2006/main">
  <p:sldMasterIdLst>
    <p:sldMasterId xmlns:r="http://schemas.openxmlformats.org/officeDocument/2006/relationships" id="2147483648" r:id="R874b99f390224492"/>
  </p:sldMasterIdLst>
  <p:notesMasterIdLst>
    <p:notesMasterId xmlns:r="http://schemas.openxmlformats.org/officeDocument/2006/relationships" r:id="Ra56fdf295d9b44ab"/>
  </p:notesMasterIdLst>
  <p:sldIdLst>
    <p:sldId xmlns:r="http://schemas.openxmlformats.org/officeDocument/2006/relationships" id="256" r:id="R4696c2d3e0c8497e"/>
    <p:sldId xmlns:r="http://schemas.openxmlformats.org/officeDocument/2006/relationships" id="257" r:id="Rd6bd06c4e69d4841"/>
    <p:sldId xmlns:r="http://schemas.openxmlformats.org/officeDocument/2006/relationships" id="258" r:id="R3a0c7713463947ee"/>
    <p:sldId xmlns:r="http://schemas.openxmlformats.org/officeDocument/2006/relationships" id="259" r:id="R7381c8cbae2d4443"/>
    <p:sldId xmlns:r="http://schemas.openxmlformats.org/officeDocument/2006/relationships" id="260" r:id="R875b6f297ae04fa2"/>
    <p:sldId xmlns:r="http://schemas.openxmlformats.org/officeDocument/2006/relationships" id="261" r:id="R7b966a018d0c4403"/>
    <p:sldId xmlns:r="http://schemas.openxmlformats.org/officeDocument/2006/relationships" id="262" r:id="Rf35fdabf3a1b4698"/>
    <p:sldId xmlns:r="http://schemas.openxmlformats.org/officeDocument/2006/relationships" id="263" r:id="Rbde1e06bb0034f5c"/>
    <p:sldId xmlns:r="http://schemas.openxmlformats.org/officeDocument/2006/relationships" id="264" r:id="R176fded132de4820"/>
    <p:sldId xmlns:r="http://schemas.openxmlformats.org/officeDocument/2006/relationships" id="265" r:id="R5e34aa5c17eb4e3e"/>
    <p:sldId xmlns:r="http://schemas.openxmlformats.org/officeDocument/2006/relationships" id="266" r:id="Rca6afe65e4bd47c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3f803b2bf81445c" /><Relationship Type="http://schemas.openxmlformats.org/officeDocument/2006/relationships/slideMaster" Target="/ppt/slideMasters/slideMaster1.xml" Id="R874b99f390224492" /><Relationship Type="http://schemas.openxmlformats.org/officeDocument/2006/relationships/notesMaster" Target="/ppt/notesMasters/notesMaster1.xml" Id="Ra56fdf295d9b44ab" /><Relationship Type="http://schemas.openxmlformats.org/officeDocument/2006/relationships/presProps" Target="/ppt/presProps.xml" Id="R2daff9ac78264438" /><Relationship Type="http://schemas.openxmlformats.org/officeDocument/2006/relationships/tableStyles" Target="/ppt/tableStyles.xml" Id="R3c91bd9f90ae4fa1" /><Relationship Type="http://schemas.openxmlformats.org/officeDocument/2006/relationships/slide" Target="/ppt/slides/slide1.xml" Id="R4696c2d3e0c8497e" /><Relationship Type="http://schemas.openxmlformats.org/officeDocument/2006/relationships/slide" Target="/ppt/slides/slide2.xml" Id="Rd6bd06c4e69d4841" /><Relationship Type="http://schemas.openxmlformats.org/officeDocument/2006/relationships/slide" Target="/ppt/slides/slide3.xml" Id="R3a0c7713463947ee" /><Relationship Type="http://schemas.openxmlformats.org/officeDocument/2006/relationships/slide" Target="/ppt/slides/slide4.xml" Id="R7381c8cbae2d4443" /><Relationship Type="http://schemas.openxmlformats.org/officeDocument/2006/relationships/slide" Target="/ppt/slides/slide5.xml" Id="R875b6f297ae04fa2" /><Relationship Type="http://schemas.openxmlformats.org/officeDocument/2006/relationships/slide" Target="/ppt/slides/slide6.xml" Id="R7b966a018d0c4403" /><Relationship Type="http://schemas.openxmlformats.org/officeDocument/2006/relationships/slide" Target="/ppt/slides/slide7.xml" Id="Rf35fdabf3a1b4698" /><Relationship Type="http://schemas.openxmlformats.org/officeDocument/2006/relationships/slide" Target="/ppt/slides/slide8.xml" Id="Rbde1e06bb0034f5c" /><Relationship Type="http://schemas.openxmlformats.org/officeDocument/2006/relationships/slide" Target="/ppt/slides/slide9.xml" Id="R176fded132de4820" /><Relationship Type="http://schemas.openxmlformats.org/officeDocument/2006/relationships/slide" Target="/ppt/slides/slide10.xml" Id="R5e34aa5c17eb4e3e" /><Relationship Type="http://schemas.openxmlformats.org/officeDocument/2006/relationships/slide" Target="/ppt/slides/slide11.xml" Id="Rca6afe65e4bd47c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82606c321f438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88580a2f07f4731" /><Relationship Type="http://schemas.openxmlformats.org/officeDocument/2006/relationships/notesMaster" Target="/ppt/notesMasters/notesMaster1.xml" Id="R29908f2795d446d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9cf5b689b144a3e" /><Relationship Type="http://schemas.openxmlformats.org/officeDocument/2006/relationships/notesMaster" Target="/ppt/notesMasters/notesMaster1.xml" Id="Re6a4ffd264374341" /></Relationships>
</file>

<file path=ppt/notesSlides/_rels/notesSlide3.xml.rels>&#65279;<?xml version="1.0" encoding="utf-8"?><Relationships xmlns="http://schemas.openxmlformats.org/package/2006/relationships"><Relationship Type="http://schemas.openxmlformats.org/officeDocument/2006/relationships/slide" Target="/ppt/slides/slide3.xml" Id="R2a76f508b54c4f0c" /><Relationship Type="http://schemas.openxmlformats.org/officeDocument/2006/relationships/notesMaster" Target="/ppt/notesMasters/notesMaster1.xml" Id="Rf24d6c2f5517454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37b46ad2cc04e45" /><Relationship Type="http://schemas.openxmlformats.org/officeDocument/2006/relationships/notesMaster" Target="/ppt/notesMasters/notesMaster1.xml" Id="R4ae9d011a9e042af" /></Relationships>
</file>

<file path=ppt/notesSlides/_rels/notesSlide5.xml.rels>&#65279;<?xml version="1.0" encoding="utf-8"?><Relationships xmlns="http://schemas.openxmlformats.org/package/2006/relationships"><Relationship Type="http://schemas.openxmlformats.org/officeDocument/2006/relationships/slide" Target="/ppt/slides/slide5.xml" Id="R7e1d73a7dc2542bb" /><Relationship Type="http://schemas.openxmlformats.org/officeDocument/2006/relationships/notesMaster" Target="/ppt/notesMasters/notesMaster1.xml" Id="R79374593926f44be" /></Relationships>
</file>

<file path=ppt/notesSlides/_rels/notesSlide6.xml.rels>&#65279;<?xml version="1.0" encoding="utf-8"?><Relationships xmlns="http://schemas.openxmlformats.org/package/2006/relationships"><Relationship Type="http://schemas.openxmlformats.org/officeDocument/2006/relationships/slide" Target="/ppt/slides/slide6.xml" Id="Rb27c11ef10d54db4" /><Relationship Type="http://schemas.openxmlformats.org/officeDocument/2006/relationships/notesMaster" Target="/ppt/notesMasters/notesMaster1.xml" Id="R58c82683f03a4d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660c3680c0b94188" /><Relationship Type="http://schemas.openxmlformats.org/officeDocument/2006/relationships/notesMaster" Target="/ppt/notesMasters/notesMaster1.xml" Id="R1e994d0154814c13" /></Relationships>
</file>

<file path=ppt/notesSlides/_rels/notesSlide8.xml.rels>&#65279;<?xml version="1.0" encoding="utf-8"?><Relationships xmlns="http://schemas.openxmlformats.org/package/2006/relationships"><Relationship Type="http://schemas.openxmlformats.org/officeDocument/2006/relationships/slide" Target="/ppt/slides/slide8.xml" Id="R9867b4b6da4640b6" /><Relationship Type="http://schemas.openxmlformats.org/officeDocument/2006/relationships/notesMaster" Target="/ppt/notesMasters/notesMaster1.xml" Id="R879e3eaf4e06490b" /></Relationships>
</file>

<file path=ppt/notesSlides/_rels/notesSlide9.xml.rels>&#65279;<?xml version="1.0" encoding="utf-8"?><Relationships xmlns="http://schemas.openxmlformats.org/package/2006/relationships"><Relationship Type="http://schemas.openxmlformats.org/officeDocument/2006/relationships/slide" Target="/ppt/slides/slide9.xml" Id="R943708982837436c" /><Relationship Type="http://schemas.openxmlformats.org/officeDocument/2006/relationships/notesMaster" Target="/ppt/notesMasters/notesMaster1.xml" Id="R0c53c1f68c574b4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885db8f33ec4e90" /><Relationship Type="http://schemas.openxmlformats.org/officeDocument/2006/relationships/notesMaster" Target="/ppt/notesMasters/notesMaster1.xml" Id="R1a4d6dc90989400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797f7910ee7426d" /><Relationship Type="http://schemas.openxmlformats.org/officeDocument/2006/relationships/notesMaster" Target="/ppt/notesMasters/notesMaster1.xml" Id="Rb99fab91590b4be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 우리가 만들려는 것은 생산관리를 하는 MES, 회사 업무를 관리하는 ERP, 업무를 돕는 AI를 결합한 우리 회사 맞춤형 프로그램입니다. PC와 휴대폰에서 업무를 처리하고, 수주부터 출고까지의 진행과 비용을 함께 확인하겠습니다. 무엇을 만들고, 정착하면 어떻게 달라지는지 말씀드리겠습니다.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 MES는 생산과 장비, 품질을 관리합니다. ERP는 수주와 구매, 재고와 출고뿐 아니라 매입과 매출, 원가와 입금·지급을 연결합니다. AI는 문서에서 필요한 항목을 읽고, 자료를 찾고, 보고 초안을 만드는 일을 돕습니다. 이 기능을 우리 회사 업무 방식에 맞게 연결하고 최종 확인은 담당자가 맡습니다.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 각자 맡은 업무는 정말 잘하고 계십니다. 기록도 엑셀과 이카운트, 여러 현황표에 남기고 있습니다. 그런데 주문 하나가 어디까지 진행됐는지 알려면 구매와 생산, 품질에 각각 확인해야 합니다. 담당자는 같은 내용을 반복해서 설명하게 됩니다. 함께 해결할 부분은 이처럼 나뉘어 있는 정보의 연결입니다.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 정착하면 진행 상황을 먼저 화면에서 확인할 수 있습니다. 입고와 검사가 끝나면 다음 담당자가 할 일을 확인하고, 납기 문제가 예상되면 영향을 받는 주문을 함께 봅니다. 불량도 이전 원인과 조치를 다음 작업에 활용합니다. 확인과 반복 설명에 쓰던 시간을 실제 문제를 해결하는 데 쓰도록 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 현황판에서는 업체와 품번, 총수량, 주차별 출고 예정과 실제 출고를 함께 봅니다. 장비별 가공품과 작업자, 수리나 비가동 상태도 확인합니다. 도면과 성적서는 해당 업무에 연결합니다. 사무실에서는 전체 흐름을 보고, 현장 휴대폰에는 오늘 본인에게 필요한 작업과 입력 항목을 먼저 보여주겠습니다.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 진행과 함께 돈의 흐름도 관리하겠습니다. 소재와 외주에 얼마를 쓰고, 실제 제작 원가가 얼마이며, 얼마에 판매했는지를 연결합니다. 받을 돈과 줄 돈, 입금과 지급 예정일도 확인합니다. 구매금액과 사용한 자재 원가, 매출과 실제 입금은 구분합니다. 현장은 수량과 시간을 기록하고 담당자는 금액을 확인합니다. 계산 기준을 합의하고 미확정 원가는 잠정으로 표시하겠습니다.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 시스템이 있어도 기록이 없으면 정확한 현황을 보여줄 수 없습니다. 입고 담당자는 실제 수량, 작업자는 작업 상태와 제작 수량, 품질은 검사 결과, 출고 담당자는 실제 출고를 기록합니다. 누가 언제 무엇을 입력하는지 정하고, 같은 내용을 중복 입력하지 않도록 하겠습니다. 수정 방법과 담당자 부재 시 처리 방법도 마련하겠습니다.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 입력은 쉬워야 합니다. 업체와 품번은 기존 작업에서 가져오고, 현장에서는 내 작업을 선택해 시작이나 종료를 누른 뒤 필요한 수량만 적도록 하겠습니다. 문제가 생기면 이유와 사진을 추가합니다. 직원이 직접 써보고 불편한 부분을 고치며, 대체할 수 있는 기존 엑셀과 현황표의 중복 작성도 정리하겠습니다.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 먼저 실제 업무를 함께 살펴보겠습니다. 평소 사용하는 자료와 화면을 보여주시고, 주문 한 건을 어떻게 처리해 다음 부서에 넘기는지 확인하겠습니다. 부분 입고나 불량, 납기 변경뿐 아니라 매입·매출과 원가를 관리하는 방법도 확인합니다. 그 결과로 입력 기준과 화면을 만들고, 실제 담당자가 사용해 본 뒤 개발 내용을 확정하겠습니다.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 6개월을 핵심 개발과 시범운영의 목표로 잡겠습니다. 첫 달은 업무와 기준을 정리하고, 이후 생산과 품질, 구매와 출고, 매입과 매출을 연결합니다. 마지막에는 현장 사용과 교육, 자료 보호와 복구를 확인합니다. 화면 완성뿐 아니라 실제 기록이 현장과 맞고 다음 담당자가 활용하는지까지 검증한 뒤 적용하겠습니다.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대본: 정착하면 직원은 반복 설명과 중복 작성을 줄이고, 팀장은 기다리는 업무를 찾아 지원하며, 임원은 납기와 원가, 수금 상황을 함께 판단할 수 있습니다. 대표님은 담당자와 참여 시간을 확보하고, 각 부서는 업무 공유와 시험 사용, 정확한 기록에 참여해야 합니다. 저부터 현장 의견을 듣고 쉽게 사용할 수 있도록 준비하겠습니다. 모두가 흐름을 알고 함께 대응하는 체계를 만들어가겠습니다.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5275509297b4f0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1250379836e474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98bef1f83104a9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9302ddfb66f448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43795ff946e4fb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9f85678316d4b7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241F147-0563-40C2-8F4D-DA82A2A12F0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1764A80-086E-449F-AB31-48094220AA7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244383F-1A7F-4414-97B4-B4B02616D7D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CA64DFC-E965-434A-8A4C-564F749B383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6A3F28F-D356-4C24-AE50-BCC4F479AB7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90A4552-4A39-44E2-B85F-1BA044E1B7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F56C703-474D-479C-950E-F26D93FB6E3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BD148B6-D073-4155-B746-392268A576D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F88A40-5E9B-4C71-B40E-2CF227FAEE1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41937B6-D4E2-4FA5-A8D5-354C6AEEC80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6d7559082084324" /><Relationship Type="http://schemas.openxmlformats.org/officeDocument/2006/relationships/slideLayout" Target="/ppt/slideLayouts/slideLayout1.xml" Id="R00695d62ae2249ac" /><Relationship Type="http://schemas.openxmlformats.org/officeDocument/2006/relationships/slideLayout" Target="/ppt/slideLayouts/slideLayout2.xml" Id="Ra0875e1c739b433b" /><Relationship Type="http://schemas.openxmlformats.org/officeDocument/2006/relationships/slideLayout" Target="/ppt/slideLayouts/slideLayout3.xml" Id="R8b4305ad61db4733" /><Relationship Type="http://schemas.openxmlformats.org/officeDocument/2006/relationships/slideLayout" Target="/ppt/slideLayouts/slideLayout4.xml" Id="R689ac276c7f448d3" /><Relationship Type="http://schemas.openxmlformats.org/officeDocument/2006/relationships/slideLayout" Target="/ppt/slideLayouts/slideLayout5.xml" Id="R4590ea5887fa4744" /><Relationship Type="http://schemas.openxmlformats.org/officeDocument/2006/relationships/slideLayout" Target="/ppt/slideLayouts/slideLayout6.xml" Id="R75ab4af0e540457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0695d62ae2249ac"/>
    <p:sldLayoutId xmlns:r="http://schemas.openxmlformats.org/officeDocument/2006/relationships" id="2147483650" r:id="Ra0875e1c739b433b"/>
    <p:sldLayoutId xmlns:r="http://schemas.openxmlformats.org/officeDocument/2006/relationships" id="2147483651" r:id="R8b4305ad61db4733"/>
    <p:sldLayoutId xmlns:r="http://schemas.openxmlformats.org/officeDocument/2006/relationships" id="2147483652" r:id="R689ac276c7f448d3"/>
    <p:sldLayoutId xmlns:r="http://schemas.openxmlformats.org/officeDocument/2006/relationships" id="2147483653" r:id="R4590ea5887fa4744"/>
    <p:sldLayoutId xmlns:r="http://schemas.openxmlformats.org/officeDocument/2006/relationships" id="2147483654" r:id="R75ab4af0e540457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c876644b4ab4511" /><Relationship Type="http://schemas.openxmlformats.org/officeDocument/2006/relationships/notesSlide" Target="/ppt/notesSlides/notesSlide1.xml" Id="Ra634f576f4c74ec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4bf042160ba4b9e" /><Relationship Type="http://schemas.openxmlformats.org/officeDocument/2006/relationships/notesSlide" Target="/ppt/notesSlides/notesSlide2.xml" Id="Rbe6d81f50ae64f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4a49c5ad2a4446c" /><Relationship Type="http://schemas.openxmlformats.org/officeDocument/2006/relationships/notesSlide" Target="/ppt/notesSlides/notesSlide3.xml" Id="Rd00bc38ce74f4ae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6fa0cb0b8c94d4a" /><Relationship Type="http://schemas.openxmlformats.org/officeDocument/2006/relationships/notesSlide" Target="/ppt/notesSlides/notesSlide4.xml" Id="R541a34cfc7ae44d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3ea45ab5f8d4cbf" /><Relationship Type="http://schemas.openxmlformats.org/officeDocument/2006/relationships/notesSlide" Target="/ppt/notesSlides/notesSlide5.xml" Id="R84ee39ba5562408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83cf7685eec42d1" /><Relationship Type="http://schemas.openxmlformats.org/officeDocument/2006/relationships/notesSlide" Target="/ppt/notesSlides/notesSlide6.xml" Id="R7f877b85106a4c4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f2372ac0f0047c8" /><Relationship Type="http://schemas.openxmlformats.org/officeDocument/2006/relationships/notesSlide" Target="/ppt/notesSlides/notesSlide7.xml" Id="R07e34256e7c347b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164baf3e3784215" /><Relationship Type="http://schemas.openxmlformats.org/officeDocument/2006/relationships/notesSlide" Target="/ppt/notesSlides/notesSlide8.xml" Id="R698451cbb3a5402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ad1981117cd4da4" /><Relationship Type="http://schemas.openxmlformats.org/officeDocument/2006/relationships/notesSlide" Target="/ppt/notesSlides/notesSlide9.xml" Id="Re159605b01164fb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108aadb30694944" /><Relationship Type="http://schemas.openxmlformats.org/officeDocument/2006/relationships/notesSlide" Target="/ppt/notesSlides/notesSlide10.xml" Id="R2ddd703a80c446f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b748bfc8cf747ce" /><Relationship Type="http://schemas.openxmlformats.org/officeDocument/2006/relationships/notesSlide" Target="/ppt/notesSlides/notesSlide11.xml" Id="R1ef97a6464e343f7" /></Relationships>
</file>

<file path=ppt/slides/slide1.xml><?xml version="1.0" encoding="utf-8"?>
<p:sld xmlns:p="http://schemas.openxmlformats.org/presentationml/2006/main">
  <p:cSld>
    <p:bg>
      <p:bgPr>
        <a:solidFill xmlns:a="http://schemas.openxmlformats.org/drawingml/2006/main">
          <a:srgbClr val="102B40"/>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C7EE2EE1-7A2A-442C-A153-36F1FAE80892}"/>
              </a:ext>
            </a:extLst>
          </p:cNvPr>
          <p:cNvSpPr>
            <a:spLocks xmlns:a="http://schemas.openxmlformats.org/drawingml/2006/main" noGrp="1"/>
          </p:cNvSpPr>
          <p:nvPr/>
        </p:nvSpPr>
        <p:spPr>
          <a:xfrm xmlns:a="http://schemas.openxmlformats.org/drawingml/2006/main">
            <a:off x="609600" y="428625"/>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3000" b="1">
                <a:solidFill>
                  <a:srgbClr val="FFFFFF"/>
                </a:solidFill>
                <a:latin typeface="Noto Sans KR"/>
                <a:ea typeface="Noto Sans KR"/>
                <a:cs typeface="Noto Sans KR"/>
              </a:defRPr>
            </a:defPPr>
            <a:lvl1pPr>
              <a:defRPr sz="3000" b="1">
                <a:solidFill>
                  <a:srgbClr val="FFFFFF"/>
                </a:solidFill>
                <a:latin typeface="Noto Sans KR"/>
                <a:ea typeface="Noto Sans KR"/>
                <a:cs typeface="Noto Sans KR"/>
              </a:defRPr>
            </a:lvl1pPr>
            <a:lvl2pPr>
              <a:defRPr sz="3000" b="1">
                <a:solidFill>
                  <a:srgbClr val="FFFFFF"/>
                </a:solidFill>
                <a:latin typeface="Noto Sans KR"/>
                <a:ea typeface="Noto Sans KR"/>
                <a:cs typeface="Noto Sans KR"/>
              </a:defRPr>
            </a:lvl2pPr>
            <a:lvl3pPr>
              <a:defRPr sz="3000" b="1">
                <a:solidFill>
                  <a:srgbClr val="FFFFFF"/>
                </a:solidFill>
                <a:latin typeface="Noto Sans KR"/>
                <a:ea typeface="Noto Sans KR"/>
                <a:cs typeface="Noto Sans KR"/>
              </a:defRPr>
            </a:lvl3pPr>
            <a:lvl4pPr>
              <a:defRPr sz="3000" b="1">
                <a:solidFill>
                  <a:srgbClr val="FFFFFF"/>
                </a:solidFill>
                <a:latin typeface="Noto Sans KR"/>
                <a:ea typeface="Noto Sans KR"/>
                <a:cs typeface="Noto Sans KR"/>
              </a:defRPr>
            </a:lvl4pPr>
            <a:lvl5pPr>
              <a:defRPr sz="3000" b="1">
                <a:solidFill>
                  <a:srgbClr val="FFFFFF"/>
                </a:solidFill>
                <a:latin typeface="Noto Sans KR"/>
                <a:ea typeface="Noto Sans KR"/>
                <a:cs typeface="Noto Sans KR"/>
              </a:defRPr>
            </a:lvl5pPr>
            <a:lvl6pPr>
              <a:defRPr sz="3000" b="1">
                <a:solidFill>
                  <a:srgbClr val="FFFFFF"/>
                </a:solidFill>
                <a:latin typeface="Noto Sans KR"/>
                <a:ea typeface="Noto Sans KR"/>
                <a:cs typeface="Noto Sans KR"/>
              </a:defRPr>
            </a:lvl6pPr>
            <a:lvl7pPr>
              <a:defRPr sz="3000" b="1">
                <a:solidFill>
                  <a:srgbClr val="FFFFFF"/>
                </a:solidFill>
                <a:latin typeface="Noto Sans KR"/>
                <a:ea typeface="Noto Sans KR"/>
                <a:cs typeface="Noto Sans KR"/>
              </a:defRPr>
            </a:lvl7pPr>
            <a:lvl8pPr>
              <a:defRPr sz="3000" b="1">
                <a:solidFill>
                  <a:srgbClr val="FFFFFF"/>
                </a:solidFill>
                <a:latin typeface="Noto Sans KR"/>
                <a:ea typeface="Noto Sans KR"/>
                <a:cs typeface="Noto Sans KR"/>
              </a:defRPr>
            </a:lvl8pPr>
            <a:lvl9pPr>
              <a:defRPr sz="3000" b="1">
                <a:solidFill>
                  <a:srgbClr val="FFFFFF"/>
                </a:solidFill>
                <a:latin typeface="Noto Sans KR"/>
                <a:ea typeface="Noto Sans KR"/>
                <a:cs typeface="Noto Sans KR"/>
              </a:defRPr>
            </a:lvl9pPr>
          </a:lstStyle>
          <a:p xmlns:a="http://schemas.openxmlformats.org/drawingml/2006/main">
            <a:r>
              <a:t/>
            </a:r>
          </a:p>
        </p:txBody>
      </p:sp>
      <p:sp>
        <p:nvSpPr>
          <p:cNvPr id="2" name="text-1">
            <a:extLst xmlns:a="http://schemas.openxmlformats.org/drawingml/2006/main">
              <a:ext uri="{FF2B5EF4-FFF2-40B4-BE49-F238E27FC236}">
                <a16:creationId xmlns:a16="http://schemas.microsoft.com/office/drawing/2014/main" id="{F12886B3-5C49-4FAF-93F2-2D97C6C005F8}"/>
              </a:ext>
            </a:extLst>
          </p:cNvPr>
          <p:cNvSpPr>
            <a:spLocks xmlns:a="http://schemas.openxmlformats.org/drawingml/2006/main" noGrp="1"/>
          </p:cNvSpPr>
          <p:nvPr/>
        </p:nvSpPr>
        <p:spPr>
          <a:xfrm xmlns:a="http://schemas.openxmlformats.org/drawingml/2006/main">
            <a:off x="685800" y="15049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3675" b="1">
                <a:solidFill>
                  <a:srgbClr val="FFFFFF"/>
                </a:solidFill>
                <a:latin typeface="Noto Sans KR"/>
                <a:ea typeface="Noto Sans KR"/>
                <a:cs typeface="Noto Sans KR"/>
              </a:defRPr>
            </a:defPPr>
            <a:lvl1pPr>
              <a:defRPr sz="3675" b="1">
                <a:solidFill>
                  <a:srgbClr val="FFFFFF"/>
                </a:solidFill>
                <a:latin typeface="Noto Sans KR"/>
                <a:ea typeface="Noto Sans KR"/>
                <a:cs typeface="Noto Sans KR"/>
              </a:defRPr>
            </a:lvl1pPr>
            <a:lvl2pPr>
              <a:defRPr sz="3675" b="1">
                <a:solidFill>
                  <a:srgbClr val="FFFFFF"/>
                </a:solidFill>
                <a:latin typeface="Noto Sans KR"/>
                <a:ea typeface="Noto Sans KR"/>
                <a:cs typeface="Noto Sans KR"/>
              </a:defRPr>
            </a:lvl2pPr>
            <a:lvl3pPr>
              <a:defRPr sz="3675" b="1">
                <a:solidFill>
                  <a:srgbClr val="FFFFFF"/>
                </a:solidFill>
                <a:latin typeface="Noto Sans KR"/>
                <a:ea typeface="Noto Sans KR"/>
                <a:cs typeface="Noto Sans KR"/>
              </a:defRPr>
            </a:lvl3pPr>
            <a:lvl4pPr>
              <a:defRPr sz="3675" b="1">
                <a:solidFill>
                  <a:srgbClr val="FFFFFF"/>
                </a:solidFill>
                <a:latin typeface="Noto Sans KR"/>
                <a:ea typeface="Noto Sans KR"/>
                <a:cs typeface="Noto Sans KR"/>
              </a:defRPr>
            </a:lvl4pPr>
            <a:lvl5pPr>
              <a:defRPr sz="3675" b="1">
                <a:solidFill>
                  <a:srgbClr val="FFFFFF"/>
                </a:solidFill>
                <a:latin typeface="Noto Sans KR"/>
                <a:ea typeface="Noto Sans KR"/>
                <a:cs typeface="Noto Sans KR"/>
              </a:defRPr>
            </a:lvl5pPr>
            <a:lvl6pPr>
              <a:defRPr sz="3675" b="1">
                <a:solidFill>
                  <a:srgbClr val="FFFFFF"/>
                </a:solidFill>
                <a:latin typeface="Noto Sans KR"/>
                <a:ea typeface="Noto Sans KR"/>
                <a:cs typeface="Noto Sans KR"/>
              </a:defRPr>
            </a:lvl6pPr>
            <a:lvl7pPr>
              <a:defRPr sz="3675" b="1">
                <a:solidFill>
                  <a:srgbClr val="FFFFFF"/>
                </a:solidFill>
                <a:latin typeface="Noto Sans KR"/>
                <a:ea typeface="Noto Sans KR"/>
                <a:cs typeface="Noto Sans KR"/>
              </a:defRPr>
            </a:lvl7pPr>
            <a:lvl8pPr>
              <a:defRPr sz="3675" b="1">
                <a:solidFill>
                  <a:srgbClr val="FFFFFF"/>
                </a:solidFill>
                <a:latin typeface="Noto Sans KR"/>
                <a:ea typeface="Noto Sans KR"/>
                <a:cs typeface="Noto Sans KR"/>
              </a:defRPr>
            </a:lvl8pPr>
            <a:lvl9pPr>
              <a:defRPr sz="3675" b="1">
                <a:solidFill>
                  <a:srgbClr val="FFFFFF"/>
                </a:solidFill>
                <a:latin typeface="Noto Sans KR"/>
                <a:ea typeface="Noto Sans KR"/>
                <a:cs typeface="Noto Sans KR"/>
              </a:defRPr>
            </a:lvl9pPr>
          </a:lstStyle>
          <a:p xmlns:a="http://schemas.openxmlformats.org/drawingml/2006/main">
            <a:pPr>
              <a:defRPr sz="3675" b="1">
                <a:solidFill>
                  <a:srgbClr val="FFFFFF"/>
                </a:solidFill>
                <a:latin typeface="Noto Sans KR"/>
                <a:ea typeface="Noto Sans KR"/>
                <a:cs typeface="Noto Sans KR"/>
              </a:defRPr>
            </a:pPr>
            <a:r>
              <a:rPr sz="3675" b="1">
                <a:solidFill>
                  <a:srgbClr val="FFFFFF"/>
                </a:solidFill>
                <a:latin typeface="Noto Sans KR"/>
                <a:ea typeface="Noto Sans KR"/>
                <a:cs typeface="Noto Sans KR"/>
              </a:rPr>
              <a:t>우리 회사 맞춤형 통합 업무 프로그램</a:t>
            </a:r>
          </a:p>
        </p:txBody>
      </p:sp>
      <p:sp>
        <p:nvSpPr>
          <p:cNvPr id="3" name="text-2">
            <a:extLst xmlns:a="http://schemas.openxmlformats.org/drawingml/2006/main">
              <a:ext uri="{FF2B5EF4-FFF2-40B4-BE49-F238E27FC236}">
                <a16:creationId xmlns:a16="http://schemas.microsoft.com/office/drawing/2014/main" id="{2DC3B553-F3E0-4BCA-BD66-8EAC46538B64}"/>
              </a:ext>
            </a:extLst>
          </p:cNvPr>
          <p:cNvSpPr>
            <a:spLocks xmlns:a="http://schemas.openxmlformats.org/drawingml/2006/main" noGrp="1"/>
          </p:cNvSpPr>
          <p:nvPr/>
        </p:nvSpPr>
        <p:spPr>
          <a:xfrm xmlns:a="http://schemas.openxmlformats.org/drawingml/2006/main">
            <a:off x="685800" y="24193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3900" b="1">
                <a:solidFill>
                  <a:srgbClr val="18B7B0"/>
                </a:solidFill>
                <a:latin typeface="Noto Sans KR"/>
                <a:ea typeface="Noto Sans KR"/>
                <a:cs typeface="Noto Sans KR"/>
              </a:defRPr>
            </a:defPPr>
            <a:lvl1pPr>
              <a:defRPr sz="3900" b="1">
                <a:solidFill>
                  <a:srgbClr val="18B7B0"/>
                </a:solidFill>
                <a:latin typeface="Noto Sans KR"/>
                <a:ea typeface="Noto Sans KR"/>
                <a:cs typeface="Noto Sans KR"/>
              </a:defRPr>
            </a:lvl1pPr>
            <a:lvl2pPr>
              <a:defRPr sz="3900" b="1">
                <a:solidFill>
                  <a:srgbClr val="18B7B0"/>
                </a:solidFill>
                <a:latin typeface="Noto Sans KR"/>
                <a:ea typeface="Noto Sans KR"/>
                <a:cs typeface="Noto Sans KR"/>
              </a:defRPr>
            </a:lvl2pPr>
            <a:lvl3pPr>
              <a:defRPr sz="3900" b="1">
                <a:solidFill>
                  <a:srgbClr val="18B7B0"/>
                </a:solidFill>
                <a:latin typeface="Noto Sans KR"/>
                <a:ea typeface="Noto Sans KR"/>
                <a:cs typeface="Noto Sans KR"/>
              </a:defRPr>
            </a:lvl3pPr>
            <a:lvl4pPr>
              <a:defRPr sz="3900" b="1">
                <a:solidFill>
                  <a:srgbClr val="18B7B0"/>
                </a:solidFill>
                <a:latin typeface="Noto Sans KR"/>
                <a:ea typeface="Noto Sans KR"/>
                <a:cs typeface="Noto Sans KR"/>
              </a:defRPr>
            </a:lvl4pPr>
            <a:lvl5pPr>
              <a:defRPr sz="3900" b="1">
                <a:solidFill>
                  <a:srgbClr val="18B7B0"/>
                </a:solidFill>
                <a:latin typeface="Noto Sans KR"/>
                <a:ea typeface="Noto Sans KR"/>
                <a:cs typeface="Noto Sans KR"/>
              </a:defRPr>
            </a:lvl5pPr>
            <a:lvl6pPr>
              <a:defRPr sz="3900" b="1">
                <a:solidFill>
                  <a:srgbClr val="18B7B0"/>
                </a:solidFill>
                <a:latin typeface="Noto Sans KR"/>
                <a:ea typeface="Noto Sans KR"/>
                <a:cs typeface="Noto Sans KR"/>
              </a:defRPr>
            </a:lvl6pPr>
            <a:lvl7pPr>
              <a:defRPr sz="3900" b="1">
                <a:solidFill>
                  <a:srgbClr val="18B7B0"/>
                </a:solidFill>
                <a:latin typeface="Noto Sans KR"/>
                <a:ea typeface="Noto Sans KR"/>
                <a:cs typeface="Noto Sans KR"/>
              </a:defRPr>
            </a:lvl7pPr>
            <a:lvl8pPr>
              <a:defRPr sz="3900" b="1">
                <a:solidFill>
                  <a:srgbClr val="18B7B0"/>
                </a:solidFill>
                <a:latin typeface="Noto Sans KR"/>
                <a:ea typeface="Noto Sans KR"/>
                <a:cs typeface="Noto Sans KR"/>
              </a:defRPr>
            </a:lvl8pPr>
            <a:lvl9pPr>
              <a:defRPr sz="3900" b="1">
                <a:solidFill>
                  <a:srgbClr val="18B7B0"/>
                </a:solidFill>
                <a:latin typeface="Noto Sans KR"/>
                <a:ea typeface="Noto Sans KR"/>
                <a:cs typeface="Noto Sans KR"/>
              </a:defRPr>
            </a:lvl9pPr>
          </a:lstStyle>
          <a:p xmlns:a="http://schemas.openxmlformats.org/drawingml/2006/main">
            <a:pPr>
              <a:defRPr sz="3900" b="1">
                <a:solidFill>
                  <a:srgbClr val="18B7B0"/>
                </a:solidFill>
                <a:latin typeface="Noto Sans KR"/>
                <a:ea typeface="Noto Sans KR"/>
                <a:cs typeface="Noto Sans KR"/>
              </a:defRPr>
            </a:pPr>
            <a:r>
              <a:rPr sz="3900" b="1">
                <a:solidFill>
                  <a:srgbClr val="18B7B0"/>
                </a:solidFill>
                <a:latin typeface="Noto Sans KR"/>
                <a:ea typeface="Noto Sans KR"/>
                <a:cs typeface="Noto Sans KR"/>
              </a:rPr>
              <a:t>수주부터 출고까지 한곳에서</a:t>
            </a:r>
          </a:p>
        </p:txBody>
      </p:sp>
      <p:sp>
        <p:nvSpPr>
          <p:cNvPr id="4" name="text-3">
            <a:extLst xmlns:a="http://schemas.openxmlformats.org/drawingml/2006/main">
              <a:ext uri="{FF2B5EF4-FFF2-40B4-BE49-F238E27FC236}">
                <a16:creationId xmlns:a16="http://schemas.microsoft.com/office/drawing/2014/main" id="{751E53D8-8F4A-4D65-9E1F-1ABFE8B51E1D}"/>
              </a:ext>
            </a:extLst>
          </p:cNvPr>
          <p:cNvSpPr>
            <a:spLocks xmlns:a="http://schemas.openxmlformats.org/drawingml/2006/main" noGrp="1"/>
          </p:cNvSpPr>
          <p:nvPr/>
        </p:nvSpPr>
        <p:spPr>
          <a:xfrm xmlns:a="http://schemas.openxmlformats.org/drawingml/2006/main">
            <a:off x="723900" y="3686175"/>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2400" b="0">
                <a:solidFill>
                  <a:srgbClr val="FFFFFF"/>
                </a:solidFill>
                <a:latin typeface="Noto Sans KR"/>
                <a:ea typeface="Noto Sans KR"/>
                <a:cs typeface="Noto Sans KR"/>
              </a:defRPr>
            </a:defPPr>
            <a:lvl1pPr>
              <a:defRPr sz="2400" b="0">
                <a:solidFill>
                  <a:srgbClr val="FFFFFF"/>
                </a:solidFill>
                <a:latin typeface="Noto Sans KR"/>
                <a:ea typeface="Noto Sans KR"/>
                <a:cs typeface="Noto Sans KR"/>
              </a:defRPr>
            </a:lvl1pPr>
            <a:lvl2pPr>
              <a:defRPr sz="2400" b="0">
                <a:solidFill>
                  <a:srgbClr val="FFFFFF"/>
                </a:solidFill>
                <a:latin typeface="Noto Sans KR"/>
                <a:ea typeface="Noto Sans KR"/>
                <a:cs typeface="Noto Sans KR"/>
              </a:defRPr>
            </a:lvl2pPr>
            <a:lvl3pPr>
              <a:defRPr sz="2400" b="0">
                <a:solidFill>
                  <a:srgbClr val="FFFFFF"/>
                </a:solidFill>
                <a:latin typeface="Noto Sans KR"/>
                <a:ea typeface="Noto Sans KR"/>
                <a:cs typeface="Noto Sans KR"/>
              </a:defRPr>
            </a:lvl3pPr>
            <a:lvl4pPr>
              <a:defRPr sz="2400" b="0">
                <a:solidFill>
                  <a:srgbClr val="FFFFFF"/>
                </a:solidFill>
                <a:latin typeface="Noto Sans KR"/>
                <a:ea typeface="Noto Sans KR"/>
                <a:cs typeface="Noto Sans KR"/>
              </a:defRPr>
            </a:lvl4pPr>
            <a:lvl5pPr>
              <a:defRPr sz="2400" b="0">
                <a:solidFill>
                  <a:srgbClr val="FFFFFF"/>
                </a:solidFill>
                <a:latin typeface="Noto Sans KR"/>
                <a:ea typeface="Noto Sans KR"/>
                <a:cs typeface="Noto Sans KR"/>
              </a:defRPr>
            </a:lvl5pPr>
            <a:lvl6pPr>
              <a:defRPr sz="2400" b="0">
                <a:solidFill>
                  <a:srgbClr val="FFFFFF"/>
                </a:solidFill>
                <a:latin typeface="Noto Sans KR"/>
                <a:ea typeface="Noto Sans KR"/>
                <a:cs typeface="Noto Sans KR"/>
              </a:defRPr>
            </a:lvl6pPr>
            <a:lvl7pPr>
              <a:defRPr sz="2400" b="0">
                <a:solidFill>
                  <a:srgbClr val="FFFFFF"/>
                </a:solidFill>
                <a:latin typeface="Noto Sans KR"/>
                <a:ea typeface="Noto Sans KR"/>
                <a:cs typeface="Noto Sans KR"/>
              </a:defRPr>
            </a:lvl7pPr>
            <a:lvl8pPr>
              <a:defRPr sz="2400" b="0">
                <a:solidFill>
                  <a:srgbClr val="FFFFFF"/>
                </a:solidFill>
                <a:latin typeface="Noto Sans KR"/>
                <a:ea typeface="Noto Sans KR"/>
                <a:cs typeface="Noto Sans KR"/>
              </a:defRPr>
            </a:lvl8pPr>
            <a:lvl9pPr>
              <a:defRPr sz="2400" b="0">
                <a:solidFill>
                  <a:srgbClr val="FFFFFF"/>
                </a:solidFill>
                <a:latin typeface="Noto Sans KR"/>
                <a:ea typeface="Noto Sans KR"/>
                <a:cs typeface="Noto Sans KR"/>
              </a:defRPr>
            </a:lvl9pPr>
          </a:lstStyle>
          <a:p xmlns:a="http://schemas.openxmlformats.org/drawingml/2006/main">
            <a:pPr>
              <a:defRPr sz="2400" b="0">
                <a:solidFill>
                  <a:srgbClr val="FFFFFF"/>
                </a:solidFill>
                <a:latin typeface="Noto Sans KR"/>
                <a:ea typeface="Noto Sans KR"/>
                <a:cs typeface="Noto Sans KR"/>
              </a:defRPr>
            </a:pPr>
            <a:r>
              <a:rPr sz="2400" b="0">
                <a:solidFill>
                  <a:srgbClr val="FFFFFF"/>
                </a:solidFill>
                <a:latin typeface="Noto Sans KR"/>
                <a:ea typeface="Noto Sans KR"/>
                <a:cs typeface="Noto Sans KR"/>
              </a:rPr>
              <a:t>MES + ERP + AI를 연결해 PC와 휴대폰에서 함께 사용합니다</a:t>
            </a:r>
          </a:p>
        </p:txBody>
      </p:sp>
      <p:sp>
        <p:nvSpPr>
          <p:cNvPr id="5" name="text-4">
            <a:extLst xmlns:a="http://schemas.openxmlformats.org/drawingml/2006/main">
              <a:ext uri="{FF2B5EF4-FFF2-40B4-BE49-F238E27FC236}">
                <a16:creationId xmlns:a16="http://schemas.microsoft.com/office/drawing/2014/main" id="{FADA0E4F-402C-4BFA-BD6F-561D3FDDCAE8}"/>
              </a:ext>
            </a:extLst>
          </p:cNvPr>
          <p:cNvSpPr>
            <a:spLocks xmlns:a="http://schemas.openxmlformats.org/drawingml/2006/main" noGrp="1"/>
          </p:cNvSpPr>
          <p:nvPr/>
        </p:nvSpPr>
        <p:spPr>
          <a:xfrm xmlns:a="http://schemas.openxmlformats.org/drawingml/2006/main">
            <a:off x="723900" y="4953000"/>
            <a:ext cx="1057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725" b="0">
                <a:solidFill>
                  <a:srgbClr val="B8CED8"/>
                </a:solidFill>
                <a:latin typeface="Noto Sans KR"/>
                <a:ea typeface="Noto Sans KR"/>
                <a:cs typeface="Noto Sans KR"/>
              </a:defRPr>
            </a:defPPr>
            <a:lvl1pPr>
              <a:defRPr sz="1725" b="0">
                <a:solidFill>
                  <a:srgbClr val="B8CED8"/>
                </a:solidFill>
                <a:latin typeface="Noto Sans KR"/>
                <a:ea typeface="Noto Sans KR"/>
                <a:cs typeface="Noto Sans KR"/>
              </a:defRPr>
            </a:lvl1pPr>
            <a:lvl2pPr>
              <a:defRPr sz="1725" b="0">
                <a:solidFill>
                  <a:srgbClr val="B8CED8"/>
                </a:solidFill>
                <a:latin typeface="Noto Sans KR"/>
                <a:ea typeface="Noto Sans KR"/>
                <a:cs typeface="Noto Sans KR"/>
              </a:defRPr>
            </a:lvl2pPr>
            <a:lvl3pPr>
              <a:defRPr sz="1725" b="0">
                <a:solidFill>
                  <a:srgbClr val="B8CED8"/>
                </a:solidFill>
                <a:latin typeface="Noto Sans KR"/>
                <a:ea typeface="Noto Sans KR"/>
                <a:cs typeface="Noto Sans KR"/>
              </a:defRPr>
            </a:lvl3pPr>
            <a:lvl4pPr>
              <a:defRPr sz="1725" b="0">
                <a:solidFill>
                  <a:srgbClr val="B8CED8"/>
                </a:solidFill>
                <a:latin typeface="Noto Sans KR"/>
                <a:ea typeface="Noto Sans KR"/>
                <a:cs typeface="Noto Sans KR"/>
              </a:defRPr>
            </a:lvl4pPr>
            <a:lvl5pPr>
              <a:defRPr sz="1725" b="0">
                <a:solidFill>
                  <a:srgbClr val="B8CED8"/>
                </a:solidFill>
                <a:latin typeface="Noto Sans KR"/>
                <a:ea typeface="Noto Sans KR"/>
                <a:cs typeface="Noto Sans KR"/>
              </a:defRPr>
            </a:lvl5pPr>
            <a:lvl6pPr>
              <a:defRPr sz="1725" b="0">
                <a:solidFill>
                  <a:srgbClr val="B8CED8"/>
                </a:solidFill>
                <a:latin typeface="Noto Sans KR"/>
                <a:ea typeface="Noto Sans KR"/>
                <a:cs typeface="Noto Sans KR"/>
              </a:defRPr>
            </a:lvl6pPr>
            <a:lvl7pPr>
              <a:defRPr sz="1725" b="0">
                <a:solidFill>
                  <a:srgbClr val="B8CED8"/>
                </a:solidFill>
                <a:latin typeface="Noto Sans KR"/>
                <a:ea typeface="Noto Sans KR"/>
                <a:cs typeface="Noto Sans KR"/>
              </a:defRPr>
            </a:lvl7pPr>
            <a:lvl8pPr>
              <a:defRPr sz="1725" b="0">
                <a:solidFill>
                  <a:srgbClr val="B8CED8"/>
                </a:solidFill>
                <a:latin typeface="Noto Sans KR"/>
                <a:ea typeface="Noto Sans KR"/>
                <a:cs typeface="Noto Sans KR"/>
              </a:defRPr>
            </a:lvl8pPr>
            <a:lvl9pPr>
              <a:defRPr sz="1725" b="0">
                <a:solidFill>
                  <a:srgbClr val="B8CED8"/>
                </a:solidFill>
                <a:latin typeface="Noto Sans KR"/>
                <a:ea typeface="Noto Sans KR"/>
                <a:cs typeface="Noto Sans KR"/>
              </a:defRPr>
            </a:lvl9pPr>
          </a:lstStyle>
          <a:p xmlns:a="http://schemas.openxmlformats.org/drawingml/2006/main">
            <a:pPr>
              <a:defRPr sz="1725" b="0">
                <a:solidFill>
                  <a:srgbClr val="B8CED8"/>
                </a:solidFill>
                <a:latin typeface="Noto Sans KR"/>
                <a:ea typeface="Noto Sans KR"/>
                <a:cs typeface="Noto Sans KR"/>
              </a:defRPr>
            </a:pPr>
            <a:r>
              <a:rPr sz="1725" b="0">
                <a:solidFill>
                  <a:srgbClr val="B8CED8"/>
                </a:solidFill>
                <a:latin typeface="Noto Sans KR"/>
                <a:ea typeface="Noto Sans KR"/>
                <a:cs typeface="Noto Sans KR"/>
              </a:rPr>
              <a:t>만들 프로그램   /   필요한 이유   /   달라질 업무   /   함께 정착</a:t>
            </a:r>
          </a:p>
        </p:txBody>
      </p:sp>
      <p:sp>
        <p:nvSpPr>
          <p:cNvPr id="6" name="text-5">
            <a:extLst xmlns:a="http://schemas.openxmlformats.org/drawingml/2006/main">
              <a:ext uri="{FF2B5EF4-FFF2-40B4-BE49-F238E27FC236}">
                <a16:creationId xmlns:a16="http://schemas.microsoft.com/office/drawing/2014/main" id="{E79B68E5-C0F5-45B8-A6C1-44C0AFC0E5E5}"/>
              </a:ext>
            </a:extLst>
          </p:cNvPr>
          <p:cNvSpPr>
            <a:spLocks xmlns:a="http://schemas.openxmlformats.org/drawingml/2006/main" noGrp="1"/>
          </p:cNvSpPr>
          <p:nvPr/>
        </p:nvSpPr>
        <p:spPr>
          <a:xfrm xmlns:a="http://schemas.openxmlformats.org/drawingml/2006/main">
            <a:off x="723900" y="5867400"/>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500" b="0">
                <a:solidFill>
                  <a:srgbClr val="B8CED8"/>
                </a:solidFill>
                <a:latin typeface="Noto Sans KR"/>
                <a:ea typeface="Noto Sans KR"/>
                <a:cs typeface="Noto Sans KR"/>
              </a:defRPr>
            </a:defPPr>
            <a:lvl1pPr>
              <a:defRPr sz="1500" b="0">
                <a:solidFill>
                  <a:srgbClr val="B8CED8"/>
                </a:solidFill>
                <a:latin typeface="Noto Sans KR"/>
                <a:ea typeface="Noto Sans KR"/>
                <a:cs typeface="Noto Sans KR"/>
              </a:defRPr>
            </a:lvl1pPr>
            <a:lvl2pPr>
              <a:defRPr sz="1500" b="0">
                <a:solidFill>
                  <a:srgbClr val="B8CED8"/>
                </a:solidFill>
                <a:latin typeface="Noto Sans KR"/>
                <a:ea typeface="Noto Sans KR"/>
                <a:cs typeface="Noto Sans KR"/>
              </a:defRPr>
            </a:lvl2pPr>
            <a:lvl3pPr>
              <a:defRPr sz="1500" b="0">
                <a:solidFill>
                  <a:srgbClr val="B8CED8"/>
                </a:solidFill>
                <a:latin typeface="Noto Sans KR"/>
                <a:ea typeface="Noto Sans KR"/>
                <a:cs typeface="Noto Sans KR"/>
              </a:defRPr>
            </a:lvl3pPr>
            <a:lvl4pPr>
              <a:defRPr sz="1500" b="0">
                <a:solidFill>
                  <a:srgbClr val="B8CED8"/>
                </a:solidFill>
                <a:latin typeface="Noto Sans KR"/>
                <a:ea typeface="Noto Sans KR"/>
                <a:cs typeface="Noto Sans KR"/>
              </a:defRPr>
            </a:lvl4pPr>
            <a:lvl5pPr>
              <a:defRPr sz="1500" b="0">
                <a:solidFill>
                  <a:srgbClr val="B8CED8"/>
                </a:solidFill>
                <a:latin typeface="Noto Sans KR"/>
                <a:ea typeface="Noto Sans KR"/>
                <a:cs typeface="Noto Sans KR"/>
              </a:defRPr>
            </a:lvl5pPr>
            <a:lvl6pPr>
              <a:defRPr sz="1500" b="0">
                <a:solidFill>
                  <a:srgbClr val="B8CED8"/>
                </a:solidFill>
                <a:latin typeface="Noto Sans KR"/>
                <a:ea typeface="Noto Sans KR"/>
                <a:cs typeface="Noto Sans KR"/>
              </a:defRPr>
            </a:lvl6pPr>
            <a:lvl7pPr>
              <a:defRPr sz="1500" b="0">
                <a:solidFill>
                  <a:srgbClr val="B8CED8"/>
                </a:solidFill>
                <a:latin typeface="Noto Sans KR"/>
                <a:ea typeface="Noto Sans KR"/>
                <a:cs typeface="Noto Sans KR"/>
              </a:defRPr>
            </a:lvl7pPr>
            <a:lvl8pPr>
              <a:defRPr sz="1500" b="0">
                <a:solidFill>
                  <a:srgbClr val="B8CED8"/>
                </a:solidFill>
                <a:latin typeface="Noto Sans KR"/>
                <a:ea typeface="Noto Sans KR"/>
                <a:cs typeface="Noto Sans KR"/>
              </a:defRPr>
            </a:lvl8pPr>
            <a:lvl9pPr>
              <a:defRPr sz="1500" b="0">
                <a:solidFill>
                  <a:srgbClr val="B8CED8"/>
                </a:solidFill>
                <a:latin typeface="Noto Sans KR"/>
                <a:ea typeface="Noto Sans KR"/>
                <a:cs typeface="Noto Sans KR"/>
              </a:defRPr>
            </a:lvl9pPr>
          </a:lstStyle>
          <a:p xmlns:a="http://schemas.openxmlformats.org/drawingml/2006/main">
            <a:pPr>
              <a:defRPr sz="1500" b="0">
                <a:solidFill>
                  <a:srgbClr val="B8CED8"/>
                </a:solidFill>
                <a:latin typeface="Noto Sans KR"/>
                <a:ea typeface="Noto Sans KR"/>
                <a:cs typeface="Noto Sans KR"/>
              </a:defRPr>
            </a:pPr>
            <a:r>
              <a:rPr sz="1500" b="0">
                <a:solidFill>
                  <a:srgbClr val="B8CED8"/>
                </a:solidFill>
                <a:latin typeface="Noto Sans KR"/>
                <a:ea typeface="Noto Sans KR"/>
                <a:cs typeface="Noto Sans KR"/>
              </a:rPr>
              <a:t>티엘씨  ·  박종근  ·  2026.10.19</a:t>
            </a:r>
          </a:p>
        </p:txBody>
      </p:sp>
      <p:sp>
        <p:nvSpPr>
          <p:cNvPr id="7" name="text-6">
            <a:extLst xmlns:a="http://schemas.openxmlformats.org/drawingml/2006/main">
              <a:ext uri="{FF2B5EF4-FFF2-40B4-BE49-F238E27FC236}">
                <a16:creationId xmlns:a16="http://schemas.microsoft.com/office/drawing/2014/main" id="{C0099FCD-0968-4E0E-9A73-19208CD7EFAA}"/>
              </a:ext>
            </a:extLst>
          </p:cNvPr>
          <p:cNvSpPr>
            <a:spLocks xmlns:a="http://schemas.openxmlformats.org/drawingml/2006/main" noGrp="1"/>
          </p:cNvSpPr>
          <p:nvPr/>
        </p:nvSpPr>
        <p:spPr>
          <a:xfrm xmlns:a="http://schemas.openxmlformats.org/drawingml/2006/main">
            <a:off x="6810375" y="1238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275" b="1">
                <a:solidFill>
                  <a:srgbClr val="18B7B0"/>
                </a:solidFill>
                <a:latin typeface="Noto Sans KR"/>
                <a:ea typeface="Noto Sans KR"/>
                <a:cs typeface="Noto Sans KR"/>
              </a:defRPr>
            </a:defPPr>
            <a:lvl1pPr>
              <a:defRPr sz="1275" b="1">
                <a:solidFill>
                  <a:srgbClr val="18B7B0"/>
                </a:solidFill>
                <a:latin typeface="Noto Sans KR"/>
                <a:ea typeface="Noto Sans KR"/>
                <a:cs typeface="Noto Sans KR"/>
              </a:defRPr>
            </a:lvl1pPr>
            <a:lvl2pPr>
              <a:defRPr sz="1275" b="1">
                <a:solidFill>
                  <a:srgbClr val="18B7B0"/>
                </a:solidFill>
                <a:latin typeface="Noto Sans KR"/>
                <a:ea typeface="Noto Sans KR"/>
                <a:cs typeface="Noto Sans KR"/>
              </a:defRPr>
            </a:lvl2pPr>
            <a:lvl3pPr>
              <a:defRPr sz="1275" b="1">
                <a:solidFill>
                  <a:srgbClr val="18B7B0"/>
                </a:solidFill>
                <a:latin typeface="Noto Sans KR"/>
                <a:ea typeface="Noto Sans KR"/>
                <a:cs typeface="Noto Sans KR"/>
              </a:defRPr>
            </a:lvl3pPr>
            <a:lvl4pPr>
              <a:defRPr sz="1275" b="1">
                <a:solidFill>
                  <a:srgbClr val="18B7B0"/>
                </a:solidFill>
                <a:latin typeface="Noto Sans KR"/>
                <a:ea typeface="Noto Sans KR"/>
                <a:cs typeface="Noto Sans KR"/>
              </a:defRPr>
            </a:lvl4pPr>
            <a:lvl5pPr>
              <a:defRPr sz="1275" b="1">
                <a:solidFill>
                  <a:srgbClr val="18B7B0"/>
                </a:solidFill>
                <a:latin typeface="Noto Sans KR"/>
                <a:ea typeface="Noto Sans KR"/>
                <a:cs typeface="Noto Sans KR"/>
              </a:defRPr>
            </a:lvl5pPr>
            <a:lvl6pPr>
              <a:defRPr sz="1275" b="1">
                <a:solidFill>
                  <a:srgbClr val="18B7B0"/>
                </a:solidFill>
                <a:latin typeface="Noto Sans KR"/>
                <a:ea typeface="Noto Sans KR"/>
                <a:cs typeface="Noto Sans KR"/>
              </a:defRPr>
            </a:lvl6pPr>
            <a:lvl7pPr>
              <a:defRPr sz="1275" b="1">
                <a:solidFill>
                  <a:srgbClr val="18B7B0"/>
                </a:solidFill>
                <a:latin typeface="Noto Sans KR"/>
                <a:ea typeface="Noto Sans KR"/>
                <a:cs typeface="Noto Sans KR"/>
              </a:defRPr>
            </a:lvl7pPr>
            <a:lvl8pPr>
              <a:defRPr sz="1275" b="1">
                <a:solidFill>
                  <a:srgbClr val="18B7B0"/>
                </a:solidFill>
                <a:latin typeface="Noto Sans KR"/>
                <a:ea typeface="Noto Sans KR"/>
                <a:cs typeface="Noto Sans KR"/>
              </a:defRPr>
            </a:lvl8pPr>
            <a:lvl9pPr>
              <a:defRPr sz="1275" b="1">
                <a:solidFill>
                  <a:srgbClr val="18B7B0"/>
                </a:solidFill>
                <a:latin typeface="Noto Sans KR"/>
                <a:ea typeface="Noto Sans KR"/>
                <a:cs typeface="Noto Sans KR"/>
              </a:defRPr>
            </a:lvl9pPr>
          </a:lstStyle>
          <a:p xmlns:a="http://schemas.openxmlformats.org/drawingml/2006/main">
            <a:pPr>
              <a:defRPr sz="1275" b="1">
                <a:solidFill>
                  <a:srgbClr val="18B7B0"/>
                </a:solidFill>
                <a:latin typeface="Noto Sans KR"/>
                <a:ea typeface="Noto Sans KR"/>
                <a:cs typeface="Noto Sans KR"/>
              </a:defRPr>
            </a:pPr>
            <a:r>
              <a:rPr sz="1275" b="1">
                <a:solidFill>
                  <a:srgbClr val="18B7B0"/>
                </a:solidFill>
                <a:latin typeface="Noto Sans KR"/>
                <a:ea typeface="Noto Sans KR"/>
                <a:cs typeface="Noto Sans KR"/>
              </a:rPr>
              <a:t>목적</a:t>
            </a:r>
          </a:p>
        </p:txBody>
      </p:sp>
      <p:sp>
        <p:nvSpPr>
          <p:cNvPr id="8" name="text-7">
            <a:extLst xmlns:a="http://schemas.openxmlformats.org/drawingml/2006/main">
              <a:ext uri="{FF2B5EF4-FFF2-40B4-BE49-F238E27FC236}">
                <a16:creationId xmlns:a16="http://schemas.microsoft.com/office/drawing/2014/main" id="{DB7CA4D5-6856-4959-9728-4EB9487AE131}"/>
              </a:ext>
            </a:extLst>
          </p:cNvPr>
          <p:cNvSpPr>
            <a:spLocks xmlns:a="http://schemas.openxmlformats.org/drawingml/2006/main" noGrp="1"/>
          </p:cNvSpPr>
          <p:nvPr/>
        </p:nvSpPr>
        <p:spPr>
          <a:xfrm xmlns:a="http://schemas.openxmlformats.org/drawingml/2006/main">
            <a:off x="10382250" y="123825"/>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275" b="0">
                <a:solidFill>
                  <a:srgbClr val="B8CED8"/>
                </a:solidFill>
                <a:latin typeface="Noto Sans KR"/>
                <a:ea typeface="Noto Sans KR"/>
                <a:cs typeface="Noto Sans KR"/>
              </a:defRPr>
            </a:defPPr>
            <a:lvl1pPr>
              <a:defRPr sz="1275" b="0">
                <a:solidFill>
                  <a:srgbClr val="B8CED8"/>
                </a:solidFill>
                <a:latin typeface="Noto Sans KR"/>
                <a:ea typeface="Noto Sans KR"/>
                <a:cs typeface="Noto Sans KR"/>
              </a:defRPr>
            </a:lvl1pPr>
            <a:lvl2pPr>
              <a:defRPr sz="1275" b="0">
                <a:solidFill>
                  <a:srgbClr val="B8CED8"/>
                </a:solidFill>
                <a:latin typeface="Noto Sans KR"/>
                <a:ea typeface="Noto Sans KR"/>
                <a:cs typeface="Noto Sans KR"/>
              </a:defRPr>
            </a:lvl2pPr>
            <a:lvl3pPr>
              <a:defRPr sz="1275" b="0">
                <a:solidFill>
                  <a:srgbClr val="B8CED8"/>
                </a:solidFill>
                <a:latin typeface="Noto Sans KR"/>
                <a:ea typeface="Noto Sans KR"/>
                <a:cs typeface="Noto Sans KR"/>
              </a:defRPr>
            </a:lvl3pPr>
            <a:lvl4pPr>
              <a:defRPr sz="1275" b="0">
                <a:solidFill>
                  <a:srgbClr val="B8CED8"/>
                </a:solidFill>
                <a:latin typeface="Noto Sans KR"/>
                <a:ea typeface="Noto Sans KR"/>
                <a:cs typeface="Noto Sans KR"/>
              </a:defRPr>
            </a:lvl4pPr>
            <a:lvl5pPr>
              <a:defRPr sz="1275" b="0">
                <a:solidFill>
                  <a:srgbClr val="B8CED8"/>
                </a:solidFill>
                <a:latin typeface="Noto Sans KR"/>
                <a:ea typeface="Noto Sans KR"/>
                <a:cs typeface="Noto Sans KR"/>
              </a:defRPr>
            </a:lvl5pPr>
            <a:lvl6pPr>
              <a:defRPr sz="1275" b="0">
                <a:solidFill>
                  <a:srgbClr val="B8CED8"/>
                </a:solidFill>
                <a:latin typeface="Noto Sans KR"/>
                <a:ea typeface="Noto Sans KR"/>
                <a:cs typeface="Noto Sans KR"/>
              </a:defRPr>
            </a:lvl6pPr>
            <a:lvl7pPr>
              <a:defRPr sz="1275" b="0">
                <a:solidFill>
                  <a:srgbClr val="B8CED8"/>
                </a:solidFill>
                <a:latin typeface="Noto Sans KR"/>
                <a:ea typeface="Noto Sans KR"/>
                <a:cs typeface="Noto Sans KR"/>
              </a:defRPr>
            </a:lvl7pPr>
            <a:lvl8pPr>
              <a:defRPr sz="1275" b="0">
                <a:solidFill>
                  <a:srgbClr val="B8CED8"/>
                </a:solidFill>
                <a:latin typeface="Noto Sans KR"/>
                <a:ea typeface="Noto Sans KR"/>
                <a:cs typeface="Noto Sans KR"/>
              </a:defRPr>
            </a:lvl8pPr>
            <a:lvl9pPr>
              <a:defRPr sz="1275" b="0">
                <a:solidFill>
                  <a:srgbClr val="B8CED8"/>
                </a:solidFill>
                <a:latin typeface="Noto Sans KR"/>
                <a:ea typeface="Noto Sans KR"/>
                <a:cs typeface="Noto Sans KR"/>
              </a:defRPr>
            </a:lvl9pPr>
          </a:lstStyle>
          <a:p xmlns:a="http://schemas.openxmlformats.org/drawingml/2006/main">
            <a:pPr>
              <a:defRPr sz="1275" b="0">
                <a:solidFill>
                  <a:srgbClr val="B8CED8"/>
                </a:solidFill>
                <a:latin typeface="Noto Sans KR"/>
                <a:ea typeface="Noto Sans KR"/>
                <a:cs typeface="Noto Sans KR"/>
              </a:defRPr>
            </a:pPr>
            <a:r>
              <a:rPr sz="1275" b="0">
                <a:solidFill>
                  <a:srgbClr val="B8CED8"/>
                </a:solidFill>
                <a:latin typeface="Noto Sans KR"/>
                <a:ea typeface="Noto Sans KR"/>
                <a:cs typeface="Noto Sans KR"/>
              </a:rPr>
              <a:t>1 / 11쪽</a:t>
            </a:r>
          </a:p>
        </p:txBody>
      </p:sp>
    </p:spTree>
    <p:extLst>
      <p:ext uri="{BB962C8B-B14F-4D97-AF65-F5344CB8AC3E}">
        <p14:creationId xmlns:p14="http://schemas.microsoft.com/office/powerpoint/2010/main" val="90368045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text-0">
            <a:extLst xmlns:a="http://schemas.openxmlformats.org/drawingml/2006/main">
              <a:ext uri="{FF2B5EF4-FFF2-40B4-BE49-F238E27FC236}">
                <a16:creationId xmlns:a16="http://schemas.microsoft.com/office/drawing/2014/main" id="{E9CF1949-203D-4C89-B17D-B2476632210A}"/>
              </a:ext>
            </a:extLst>
          </p:cNvPr>
          <p:cNvSpPr>
            <a:spLocks xmlns:a="http://schemas.openxmlformats.org/drawingml/2006/main" noGrp="1"/>
          </p:cNvSpPr>
          <p:nvPr/>
        </p:nvSpPr>
        <p:spPr>
          <a:xfrm xmlns:a="http://schemas.openxmlformats.org/drawingml/2006/main">
            <a:off x="609600" y="428625"/>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3000" b="1">
                <a:solidFill>
                  <a:srgbClr val="102B40"/>
                </a:solidFill>
                <a:latin typeface="Noto Sans KR"/>
                <a:ea typeface="Noto Sans KR"/>
                <a:cs typeface="Noto Sans KR"/>
              </a:defRPr>
            </a:defPPr>
            <a:lvl1pPr>
              <a:defRPr sz="3000" b="1">
                <a:solidFill>
                  <a:srgbClr val="102B40"/>
                </a:solidFill>
                <a:latin typeface="Noto Sans KR"/>
                <a:ea typeface="Noto Sans KR"/>
                <a:cs typeface="Noto Sans KR"/>
              </a:defRPr>
            </a:lvl1pPr>
            <a:lvl2pPr>
              <a:defRPr sz="3000" b="1">
                <a:solidFill>
                  <a:srgbClr val="102B40"/>
                </a:solidFill>
                <a:latin typeface="Noto Sans KR"/>
                <a:ea typeface="Noto Sans KR"/>
                <a:cs typeface="Noto Sans KR"/>
              </a:defRPr>
            </a:lvl2pPr>
            <a:lvl3pPr>
              <a:defRPr sz="3000" b="1">
                <a:solidFill>
                  <a:srgbClr val="102B40"/>
                </a:solidFill>
                <a:latin typeface="Noto Sans KR"/>
                <a:ea typeface="Noto Sans KR"/>
                <a:cs typeface="Noto Sans KR"/>
              </a:defRPr>
            </a:lvl3pPr>
            <a:lvl4pPr>
              <a:defRPr sz="3000" b="1">
                <a:solidFill>
                  <a:srgbClr val="102B40"/>
                </a:solidFill>
                <a:latin typeface="Noto Sans KR"/>
                <a:ea typeface="Noto Sans KR"/>
                <a:cs typeface="Noto Sans KR"/>
              </a:defRPr>
            </a:lvl4pPr>
            <a:lvl5pPr>
              <a:defRPr sz="3000" b="1">
                <a:solidFill>
                  <a:srgbClr val="102B40"/>
                </a:solidFill>
                <a:latin typeface="Noto Sans KR"/>
                <a:ea typeface="Noto Sans KR"/>
                <a:cs typeface="Noto Sans KR"/>
              </a:defRPr>
            </a:lvl5pPr>
            <a:lvl6pPr>
              <a:defRPr sz="3000" b="1">
                <a:solidFill>
                  <a:srgbClr val="102B40"/>
                </a:solidFill>
                <a:latin typeface="Noto Sans KR"/>
                <a:ea typeface="Noto Sans KR"/>
                <a:cs typeface="Noto Sans KR"/>
              </a:defRPr>
            </a:lvl6pPr>
            <a:lvl7pPr>
              <a:defRPr sz="3000" b="1">
                <a:solidFill>
                  <a:srgbClr val="102B40"/>
                </a:solidFill>
                <a:latin typeface="Noto Sans KR"/>
                <a:ea typeface="Noto Sans KR"/>
                <a:cs typeface="Noto Sans KR"/>
              </a:defRPr>
            </a:lvl7pPr>
            <a:lvl8pPr>
              <a:defRPr sz="3000" b="1">
                <a:solidFill>
                  <a:srgbClr val="102B40"/>
                </a:solidFill>
                <a:latin typeface="Noto Sans KR"/>
                <a:ea typeface="Noto Sans KR"/>
                <a:cs typeface="Noto Sans KR"/>
              </a:defRPr>
            </a:lvl8pPr>
            <a:lvl9pPr>
              <a:defRPr sz="3000" b="1">
                <a:solidFill>
                  <a:srgbClr val="102B40"/>
                </a:solidFill>
                <a:latin typeface="Noto Sans KR"/>
                <a:ea typeface="Noto Sans KR"/>
                <a:cs typeface="Noto Sans KR"/>
              </a:defRPr>
            </a:lvl9pPr>
          </a:lstStyle>
          <a:p xmlns:a="http://schemas.openxmlformats.org/drawingml/2006/main">
            <a:pPr>
              <a:defRPr sz="3000" b="1">
                <a:solidFill>
                  <a:srgbClr val="102B40"/>
                </a:solidFill>
                <a:latin typeface="Noto Sans KR"/>
                <a:ea typeface="Noto Sans KR"/>
                <a:cs typeface="Noto Sans KR"/>
              </a:defRPr>
            </a:pPr>
            <a:r>
              <a:rPr sz="3000" b="1">
                <a:solidFill>
                  <a:srgbClr val="102B40"/>
                </a:solidFill>
                <a:latin typeface="Noto Sans KR"/>
                <a:ea typeface="Noto Sans KR"/>
                <a:cs typeface="Noto Sans KR"/>
              </a:rPr>
              <a:t>MES + ERP + AI, 우리 회사 업무에 맞게 연결</a:t>
            </a:r>
          </a:p>
        </p:txBody>
      </p:sp>
      <p:sp>
        <p:nvSpPr>
          <p:cNvPr id="2" name="text-1">
            <a:extLst xmlns:a="http://schemas.openxmlformats.org/drawingml/2006/main">
              <a:ext uri="{FF2B5EF4-FFF2-40B4-BE49-F238E27FC236}">
                <a16:creationId xmlns:a16="http://schemas.microsoft.com/office/drawing/2014/main" id="{58D962D7-01F5-4D95-9A97-7409EBB3053A}"/>
              </a:ext>
            </a:extLst>
          </p:cNvPr>
          <p:cNvSpPr>
            <a:spLocks xmlns:a="http://schemas.openxmlformats.org/drawingml/2006/main" noGrp="1"/>
          </p:cNvSpPr>
          <p:nvPr/>
        </p:nvSpPr>
        <p:spPr>
          <a:xfrm xmlns:a="http://schemas.openxmlformats.org/drawingml/2006/main">
            <a:off x="628650" y="1133475"/>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650" b="0">
                <a:solidFill>
                  <a:srgbClr val="607481"/>
                </a:solidFill>
                <a:latin typeface="Noto Sans KR"/>
                <a:ea typeface="Noto Sans KR"/>
                <a:cs typeface="Noto Sans KR"/>
              </a:defRPr>
            </a:defPPr>
            <a:lvl1pPr>
              <a:defRPr sz="1650" b="0">
                <a:solidFill>
                  <a:srgbClr val="607481"/>
                </a:solidFill>
                <a:latin typeface="Noto Sans KR"/>
                <a:ea typeface="Noto Sans KR"/>
                <a:cs typeface="Noto Sans KR"/>
              </a:defRPr>
            </a:lvl1pPr>
            <a:lvl2pPr>
              <a:defRPr sz="1650" b="0">
                <a:solidFill>
                  <a:srgbClr val="607481"/>
                </a:solidFill>
                <a:latin typeface="Noto Sans KR"/>
                <a:ea typeface="Noto Sans KR"/>
                <a:cs typeface="Noto Sans KR"/>
              </a:defRPr>
            </a:lvl2pPr>
            <a:lvl3pPr>
              <a:defRPr sz="1650" b="0">
                <a:solidFill>
                  <a:srgbClr val="607481"/>
                </a:solidFill>
                <a:latin typeface="Noto Sans KR"/>
                <a:ea typeface="Noto Sans KR"/>
                <a:cs typeface="Noto Sans KR"/>
              </a:defRPr>
            </a:lvl3pPr>
            <a:lvl4pPr>
              <a:defRPr sz="1650" b="0">
                <a:solidFill>
                  <a:srgbClr val="607481"/>
                </a:solidFill>
                <a:latin typeface="Noto Sans KR"/>
                <a:ea typeface="Noto Sans KR"/>
                <a:cs typeface="Noto Sans KR"/>
              </a:defRPr>
            </a:lvl4pPr>
            <a:lvl5pPr>
              <a:defRPr sz="1650" b="0">
                <a:solidFill>
                  <a:srgbClr val="607481"/>
                </a:solidFill>
                <a:latin typeface="Noto Sans KR"/>
                <a:ea typeface="Noto Sans KR"/>
                <a:cs typeface="Noto Sans KR"/>
              </a:defRPr>
            </a:lvl5pPr>
            <a:lvl6pPr>
              <a:defRPr sz="1650" b="0">
                <a:solidFill>
                  <a:srgbClr val="607481"/>
                </a:solidFill>
                <a:latin typeface="Noto Sans KR"/>
                <a:ea typeface="Noto Sans KR"/>
                <a:cs typeface="Noto Sans KR"/>
              </a:defRPr>
            </a:lvl6pPr>
            <a:lvl7pPr>
              <a:defRPr sz="1650" b="0">
                <a:solidFill>
                  <a:srgbClr val="607481"/>
                </a:solidFill>
                <a:latin typeface="Noto Sans KR"/>
                <a:ea typeface="Noto Sans KR"/>
                <a:cs typeface="Noto Sans KR"/>
              </a:defRPr>
            </a:lvl7pPr>
            <a:lvl8pPr>
              <a:defRPr sz="1650" b="0">
                <a:solidFill>
                  <a:srgbClr val="607481"/>
                </a:solidFill>
                <a:latin typeface="Noto Sans KR"/>
                <a:ea typeface="Noto Sans KR"/>
                <a:cs typeface="Noto Sans KR"/>
              </a:defRPr>
            </a:lvl8pPr>
            <a:lvl9pPr>
              <a:defRPr sz="1650" b="0">
                <a:solidFill>
                  <a:srgbClr val="607481"/>
                </a:solidFill>
                <a:latin typeface="Noto Sans KR"/>
                <a:ea typeface="Noto Sans KR"/>
                <a:cs typeface="Noto Sans KR"/>
              </a:defRPr>
            </a:lvl9pPr>
          </a:lstStyle>
          <a:p xmlns:a="http://schemas.openxmlformats.org/drawingml/2006/main">
            <a:pPr>
              <a:defRPr sz="1650" b="0">
                <a:solidFill>
                  <a:srgbClr val="607481"/>
                </a:solidFill>
                <a:latin typeface="Noto Sans KR"/>
                <a:ea typeface="Noto Sans KR"/>
                <a:cs typeface="Noto Sans KR"/>
              </a:defRPr>
            </a:pPr>
            <a:r>
              <a:rPr sz="1650" b="0">
                <a:solidFill>
                  <a:srgbClr val="607481"/>
                </a:solidFill>
                <a:latin typeface="Noto Sans KR"/>
                <a:ea typeface="Noto Sans KR"/>
                <a:cs typeface="Noto Sans KR"/>
              </a:rPr>
              <a:t>MES: 생산·품질 관리   /   ERP: 수주·재고·매입·매출 관리   /   AI: 입력·검색·보고 지원</a:t>
            </a:r>
          </a:p>
        </p:txBody>
      </p:sp>
      <p:sp>
        <p:nvSpPr>
          <p:cNvPr id="3" name="">
            <a:extLst xmlns:a="http://schemas.openxmlformats.org/drawingml/2006/main">
              <a:ext uri="{FF2B5EF4-FFF2-40B4-BE49-F238E27FC236}">
                <a16:creationId xmlns:a16="http://schemas.microsoft.com/office/drawing/2014/main" id="{3E5691AA-0DB4-4F2A-A7B0-D85756198D07}"/>
              </a:ext>
            </a:extLst>
          </p:cNvPr>
          <p:cNvSpPr>
            <a:spLocks xmlns:a="http://schemas.openxmlformats.org/drawingml/2006/main" noGrp="1"/>
          </p:cNvSpPr>
          <p:nvPr/>
        </p:nvSpPr>
        <p:spPr>
          <a:xfrm xmlns:a="http://schemas.openxmlformats.org/drawingml/2006/main">
            <a:off x="723900" y="1847850"/>
            <a:ext cx="5238750" cy="447675"/>
          </a:xfrm>
          <a:prstGeom xmlns:a="http://schemas.openxmlformats.org/drawingml/2006/main" prst="rect">
            <a:avLst/>
          </a:prstGeom>
          <a:solidFill xmlns:a="http://schemas.openxmlformats.org/drawingml/2006/main">
            <a:srgbClr val="102B40"/>
          </a:solidFill>
          <a:ln xmlns:a="http://schemas.openxmlformats.org/drawingml/2006/main" w="0">
            <a:noFill/>
            <a:prstDash val="solid"/>
          </a:ln>
        </p:spPr>
      </p:sp>
      <p:sp>
        <p:nvSpPr>
          <p:cNvPr id="4" name="text-3">
            <a:extLst xmlns:a="http://schemas.openxmlformats.org/drawingml/2006/main">
              <a:ext uri="{FF2B5EF4-FFF2-40B4-BE49-F238E27FC236}">
                <a16:creationId xmlns:a16="http://schemas.microsoft.com/office/drawing/2014/main" id="{DB21563B-E876-41CC-BD0D-4D10AE15452E}"/>
              </a:ext>
            </a:extLst>
          </p:cNvPr>
          <p:cNvSpPr>
            <a:spLocks xmlns:a="http://schemas.openxmlformats.org/drawingml/2006/main" noGrp="1"/>
          </p:cNvSpPr>
          <p:nvPr/>
        </p:nvSpPr>
        <p:spPr>
          <a:xfrm xmlns:a="http://schemas.openxmlformats.org/drawingml/2006/main">
            <a:off x="876300" y="1924050"/>
            <a:ext cx="4933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725" b="1">
                <a:solidFill>
                  <a:srgbClr val="FFFFFF"/>
                </a:solidFill>
                <a:latin typeface="Noto Sans KR"/>
                <a:ea typeface="Noto Sans KR"/>
                <a:cs typeface="Noto Sans KR"/>
              </a:defRPr>
            </a:defPPr>
            <a:lvl1pPr>
              <a:defRPr sz="1725" b="1">
                <a:solidFill>
                  <a:srgbClr val="FFFFFF"/>
                </a:solidFill>
                <a:latin typeface="Noto Sans KR"/>
                <a:ea typeface="Noto Sans KR"/>
                <a:cs typeface="Noto Sans KR"/>
              </a:defRPr>
            </a:lvl1pPr>
            <a:lvl2pPr>
              <a:defRPr sz="1725" b="1">
                <a:solidFill>
                  <a:srgbClr val="FFFFFF"/>
                </a:solidFill>
                <a:latin typeface="Noto Sans KR"/>
                <a:ea typeface="Noto Sans KR"/>
                <a:cs typeface="Noto Sans KR"/>
              </a:defRPr>
            </a:lvl2pPr>
            <a:lvl3pPr>
              <a:defRPr sz="1725" b="1">
                <a:solidFill>
                  <a:srgbClr val="FFFFFF"/>
                </a:solidFill>
                <a:latin typeface="Noto Sans KR"/>
                <a:ea typeface="Noto Sans KR"/>
                <a:cs typeface="Noto Sans KR"/>
              </a:defRPr>
            </a:lvl3pPr>
            <a:lvl4pPr>
              <a:defRPr sz="1725" b="1">
                <a:solidFill>
                  <a:srgbClr val="FFFFFF"/>
                </a:solidFill>
                <a:latin typeface="Noto Sans KR"/>
                <a:ea typeface="Noto Sans KR"/>
                <a:cs typeface="Noto Sans KR"/>
              </a:defRPr>
            </a:lvl4pPr>
            <a:lvl5pPr>
              <a:defRPr sz="1725" b="1">
                <a:solidFill>
                  <a:srgbClr val="FFFFFF"/>
                </a:solidFill>
                <a:latin typeface="Noto Sans KR"/>
                <a:ea typeface="Noto Sans KR"/>
                <a:cs typeface="Noto Sans KR"/>
              </a:defRPr>
            </a:lvl5pPr>
            <a:lvl6pPr>
              <a:defRPr sz="1725" b="1">
                <a:solidFill>
                  <a:srgbClr val="FFFFFF"/>
                </a:solidFill>
                <a:latin typeface="Noto Sans KR"/>
                <a:ea typeface="Noto Sans KR"/>
                <a:cs typeface="Noto Sans KR"/>
              </a:defRPr>
            </a:lvl6pPr>
            <a:lvl7pPr>
              <a:defRPr sz="1725" b="1">
                <a:solidFill>
                  <a:srgbClr val="FFFFFF"/>
                </a:solidFill>
                <a:latin typeface="Noto Sans KR"/>
                <a:ea typeface="Noto Sans KR"/>
                <a:cs typeface="Noto Sans KR"/>
              </a:defRPr>
            </a:lvl7pPr>
            <a:lvl8pPr>
              <a:defRPr sz="1725" b="1">
                <a:solidFill>
                  <a:srgbClr val="FFFFFF"/>
                </a:solidFill>
                <a:latin typeface="Noto Sans KR"/>
                <a:ea typeface="Noto Sans KR"/>
                <a:cs typeface="Noto Sans KR"/>
              </a:defRPr>
            </a:lvl8pPr>
            <a:lvl9pPr>
              <a:defRPr sz="1725" b="1">
                <a:solidFill>
                  <a:srgbClr val="FFFFFF"/>
                </a:solidFill>
                <a:latin typeface="Noto Sans KR"/>
                <a:ea typeface="Noto Sans KR"/>
                <a:cs typeface="Noto Sans KR"/>
              </a:defRPr>
            </a:lvl9pPr>
          </a:lstStyle>
          <a:p xmlns:a="http://schemas.openxmlformats.org/drawingml/2006/main">
            <a:pPr>
              <a:defRPr sz="1725" b="1">
                <a:solidFill>
                  <a:srgbClr val="FFFFFF"/>
                </a:solidFill>
                <a:latin typeface="Noto Sans KR"/>
                <a:ea typeface="Noto Sans KR"/>
                <a:cs typeface="Noto Sans KR"/>
              </a:defRPr>
            </a:pPr>
            <a:r>
              <a:rPr sz="1725" b="1">
                <a:solidFill>
                  <a:srgbClr val="FFFFFF"/>
                </a:solidFill>
                <a:latin typeface="Noto Sans KR"/>
                <a:ea typeface="Noto Sans KR"/>
                <a:cs typeface="Noto Sans KR"/>
              </a:rPr>
              <a:t>수주·납기</a:t>
            </a:r>
          </a:p>
        </p:txBody>
      </p:sp>
      <p:sp>
        <p:nvSpPr>
          <p:cNvPr id="5" name="text-4">
            <a:extLst xmlns:a="http://schemas.openxmlformats.org/drawingml/2006/main">
              <a:ext uri="{FF2B5EF4-FFF2-40B4-BE49-F238E27FC236}">
                <a16:creationId xmlns:a16="http://schemas.microsoft.com/office/drawing/2014/main" id="{53E3D98C-305F-4FB8-A2B0-EEC9CECDF5D8}"/>
              </a:ext>
            </a:extLst>
          </p:cNvPr>
          <p:cNvSpPr>
            <a:spLocks xmlns:a="http://schemas.openxmlformats.org/drawingml/2006/main" noGrp="1"/>
          </p:cNvSpPr>
          <p:nvPr/>
        </p:nvSpPr>
        <p:spPr>
          <a:xfrm xmlns:a="http://schemas.openxmlformats.org/drawingml/2006/main">
            <a:off x="838200" y="2381250"/>
            <a:ext cx="50101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800" b="0">
                <a:solidFill>
                  <a:srgbClr val="183448"/>
                </a:solidFill>
                <a:latin typeface="Noto Sans KR"/>
                <a:ea typeface="Noto Sans KR"/>
                <a:cs typeface="Noto Sans KR"/>
              </a:defRPr>
            </a:defPPr>
            <a:lvl1pPr>
              <a:defRPr sz="1800" b="0">
                <a:solidFill>
                  <a:srgbClr val="183448"/>
                </a:solidFill>
                <a:latin typeface="Noto Sans KR"/>
                <a:ea typeface="Noto Sans KR"/>
                <a:cs typeface="Noto Sans KR"/>
              </a:defRPr>
            </a:lvl1pPr>
            <a:lvl2pPr>
              <a:defRPr sz="1800" b="0">
                <a:solidFill>
                  <a:srgbClr val="183448"/>
                </a:solidFill>
                <a:latin typeface="Noto Sans KR"/>
                <a:ea typeface="Noto Sans KR"/>
                <a:cs typeface="Noto Sans KR"/>
              </a:defRPr>
            </a:lvl2pPr>
            <a:lvl3pPr>
              <a:defRPr sz="1800" b="0">
                <a:solidFill>
                  <a:srgbClr val="183448"/>
                </a:solidFill>
                <a:latin typeface="Noto Sans KR"/>
                <a:ea typeface="Noto Sans KR"/>
                <a:cs typeface="Noto Sans KR"/>
              </a:defRPr>
            </a:lvl3pPr>
            <a:lvl4pPr>
              <a:defRPr sz="1800" b="0">
                <a:solidFill>
                  <a:srgbClr val="183448"/>
                </a:solidFill>
                <a:latin typeface="Noto Sans KR"/>
                <a:ea typeface="Noto Sans KR"/>
                <a:cs typeface="Noto Sans KR"/>
              </a:defRPr>
            </a:lvl4pPr>
            <a:lvl5pPr>
              <a:defRPr sz="1800" b="0">
                <a:solidFill>
                  <a:srgbClr val="183448"/>
                </a:solidFill>
                <a:latin typeface="Noto Sans KR"/>
                <a:ea typeface="Noto Sans KR"/>
                <a:cs typeface="Noto Sans KR"/>
              </a:defRPr>
            </a:lvl5pPr>
            <a:lvl6pPr>
              <a:defRPr sz="1800" b="0">
                <a:solidFill>
                  <a:srgbClr val="183448"/>
                </a:solidFill>
                <a:latin typeface="Noto Sans KR"/>
                <a:ea typeface="Noto Sans KR"/>
                <a:cs typeface="Noto Sans KR"/>
              </a:defRPr>
            </a:lvl6pPr>
            <a:lvl7pPr>
              <a:defRPr sz="1800" b="0">
                <a:solidFill>
                  <a:srgbClr val="183448"/>
                </a:solidFill>
                <a:latin typeface="Noto Sans KR"/>
                <a:ea typeface="Noto Sans KR"/>
                <a:cs typeface="Noto Sans KR"/>
              </a:defRPr>
            </a:lvl7pPr>
            <a:lvl8pPr>
              <a:defRPr sz="1800" b="0">
                <a:solidFill>
                  <a:srgbClr val="183448"/>
                </a:solidFill>
                <a:latin typeface="Noto Sans KR"/>
                <a:ea typeface="Noto Sans KR"/>
                <a:cs typeface="Noto Sans KR"/>
              </a:defRPr>
            </a:lvl8pPr>
            <a:lvl9pPr>
              <a:defRPr sz="1800" b="0">
                <a:solidFill>
                  <a:srgbClr val="183448"/>
                </a:solidFill>
                <a:latin typeface="Noto Sans KR"/>
                <a:ea typeface="Noto Sans KR"/>
                <a:cs typeface="Noto Sans KR"/>
              </a:defRPr>
            </a:lvl9pPr>
          </a:lstStyle>
          <a:p xmlns:a="http://schemas.openxmlformats.org/drawingml/2006/main">
            <a:pPr>
              <a:defRPr sz="1800" b="0">
                <a:solidFill>
                  <a:srgbClr val="183448"/>
                </a:solidFill>
                <a:latin typeface="Noto Sans KR"/>
                <a:ea typeface="Noto Sans KR"/>
                <a:cs typeface="Noto Sans KR"/>
              </a:defRPr>
            </a:pPr>
            <a:r>
              <a:rPr sz="1800" b="0">
                <a:solidFill>
                  <a:srgbClr val="183448"/>
                </a:solidFill>
                <a:latin typeface="Noto Sans KR"/>
                <a:ea typeface="Noto Sans KR"/>
                <a:cs typeface="Noto Sans KR"/>
              </a:rPr>
              <a:t>업체·품번·수량·출고 일정 등록</a:t>
            </a:r>
          </a:p>
        </p:txBody>
      </p:sp>
      <p:sp>
        <p:nvSpPr>
          <p:cNvPr id="6" name="">
            <a:extLst xmlns:a="http://schemas.openxmlformats.org/drawingml/2006/main">
              <a:ext uri="{FF2B5EF4-FFF2-40B4-BE49-F238E27FC236}">
                <a16:creationId xmlns:a16="http://schemas.microsoft.com/office/drawing/2014/main" id="{29561922-2027-4C96-B74D-C30698E301E0}"/>
              </a:ext>
            </a:extLst>
          </p:cNvPr>
          <p:cNvSpPr>
            <a:spLocks xmlns:a="http://schemas.openxmlformats.org/drawingml/2006/main" noGrp="1"/>
          </p:cNvSpPr>
          <p:nvPr/>
        </p:nvSpPr>
        <p:spPr>
          <a:xfrm xmlns:a="http://schemas.openxmlformats.org/drawingml/2006/main">
            <a:off x="6296025" y="1847850"/>
            <a:ext cx="5238750" cy="447675"/>
          </a:xfrm>
          <a:prstGeom xmlns:a="http://schemas.openxmlformats.org/drawingml/2006/main" prst="rect">
            <a:avLst/>
          </a:prstGeom>
          <a:solidFill xmlns:a="http://schemas.openxmlformats.org/drawingml/2006/main">
            <a:srgbClr val="102B40"/>
          </a:solidFill>
          <a:ln xmlns:a="http://schemas.openxmlformats.org/drawingml/2006/main" w="0">
            <a:noFill/>
            <a:prstDash val="solid"/>
          </a:ln>
        </p:spPr>
      </p:sp>
      <p:sp>
        <p:nvSpPr>
          <p:cNvPr id="7" name="text-6">
            <a:extLst xmlns:a="http://schemas.openxmlformats.org/drawingml/2006/main">
              <a:ext uri="{FF2B5EF4-FFF2-40B4-BE49-F238E27FC236}">
                <a16:creationId xmlns:a16="http://schemas.microsoft.com/office/drawing/2014/main" id="{2725B756-F535-4C43-8D8E-F10D54E66EDA}"/>
              </a:ext>
            </a:extLst>
          </p:cNvPr>
          <p:cNvSpPr>
            <a:spLocks xmlns:a="http://schemas.openxmlformats.org/drawingml/2006/main" noGrp="1"/>
          </p:cNvSpPr>
          <p:nvPr/>
        </p:nvSpPr>
        <p:spPr>
          <a:xfrm xmlns:a="http://schemas.openxmlformats.org/drawingml/2006/main">
            <a:off x="6448425" y="1924050"/>
            <a:ext cx="4933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725" b="1">
                <a:solidFill>
                  <a:srgbClr val="FFFFFF"/>
                </a:solidFill>
                <a:latin typeface="Noto Sans KR"/>
                <a:ea typeface="Noto Sans KR"/>
                <a:cs typeface="Noto Sans KR"/>
              </a:defRPr>
            </a:defPPr>
            <a:lvl1pPr>
              <a:defRPr sz="1725" b="1">
                <a:solidFill>
                  <a:srgbClr val="FFFFFF"/>
                </a:solidFill>
                <a:latin typeface="Noto Sans KR"/>
                <a:ea typeface="Noto Sans KR"/>
                <a:cs typeface="Noto Sans KR"/>
              </a:defRPr>
            </a:lvl1pPr>
            <a:lvl2pPr>
              <a:defRPr sz="1725" b="1">
                <a:solidFill>
                  <a:srgbClr val="FFFFFF"/>
                </a:solidFill>
                <a:latin typeface="Noto Sans KR"/>
                <a:ea typeface="Noto Sans KR"/>
                <a:cs typeface="Noto Sans KR"/>
              </a:defRPr>
            </a:lvl2pPr>
            <a:lvl3pPr>
              <a:defRPr sz="1725" b="1">
                <a:solidFill>
                  <a:srgbClr val="FFFFFF"/>
                </a:solidFill>
                <a:latin typeface="Noto Sans KR"/>
                <a:ea typeface="Noto Sans KR"/>
                <a:cs typeface="Noto Sans KR"/>
              </a:defRPr>
            </a:lvl3pPr>
            <a:lvl4pPr>
              <a:defRPr sz="1725" b="1">
                <a:solidFill>
                  <a:srgbClr val="FFFFFF"/>
                </a:solidFill>
                <a:latin typeface="Noto Sans KR"/>
                <a:ea typeface="Noto Sans KR"/>
                <a:cs typeface="Noto Sans KR"/>
              </a:defRPr>
            </a:lvl4pPr>
            <a:lvl5pPr>
              <a:defRPr sz="1725" b="1">
                <a:solidFill>
                  <a:srgbClr val="FFFFFF"/>
                </a:solidFill>
                <a:latin typeface="Noto Sans KR"/>
                <a:ea typeface="Noto Sans KR"/>
                <a:cs typeface="Noto Sans KR"/>
              </a:defRPr>
            </a:lvl5pPr>
            <a:lvl6pPr>
              <a:defRPr sz="1725" b="1">
                <a:solidFill>
                  <a:srgbClr val="FFFFFF"/>
                </a:solidFill>
                <a:latin typeface="Noto Sans KR"/>
                <a:ea typeface="Noto Sans KR"/>
                <a:cs typeface="Noto Sans KR"/>
              </a:defRPr>
            </a:lvl6pPr>
            <a:lvl7pPr>
              <a:defRPr sz="1725" b="1">
                <a:solidFill>
                  <a:srgbClr val="FFFFFF"/>
                </a:solidFill>
                <a:latin typeface="Noto Sans KR"/>
                <a:ea typeface="Noto Sans KR"/>
                <a:cs typeface="Noto Sans KR"/>
              </a:defRPr>
            </a:lvl7pPr>
            <a:lvl8pPr>
              <a:defRPr sz="1725" b="1">
                <a:solidFill>
                  <a:srgbClr val="FFFFFF"/>
                </a:solidFill>
                <a:latin typeface="Noto Sans KR"/>
                <a:ea typeface="Noto Sans KR"/>
                <a:cs typeface="Noto Sans KR"/>
              </a:defRPr>
            </a:lvl8pPr>
            <a:lvl9pPr>
              <a:defRPr sz="1725" b="1">
                <a:solidFill>
                  <a:srgbClr val="FFFFFF"/>
                </a:solidFill>
                <a:latin typeface="Noto Sans KR"/>
                <a:ea typeface="Noto Sans KR"/>
                <a:cs typeface="Noto Sans KR"/>
              </a:defRPr>
            </a:lvl9pPr>
          </a:lstStyle>
          <a:p xmlns:a="http://schemas.openxmlformats.org/drawingml/2006/main">
            <a:pPr>
              <a:defRPr sz="1725" b="1">
                <a:solidFill>
                  <a:srgbClr val="FFFFFF"/>
                </a:solidFill>
                <a:latin typeface="Noto Sans KR"/>
                <a:ea typeface="Noto Sans KR"/>
                <a:cs typeface="Noto Sans KR"/>
              </a:defRPr>
            </a:pPr>
            <a:r>
              <a:rPr sz="1725" b="1">
                <a:solidFill>
                  <a:srgbClr val="FFFFFF"/>
                </a:solidFill>
                <a:latin typeface="Noto Sans KR"/>
                <a:ea typeface="Noto Sans KR"/>
                <a:cs typeface="Noto Sans KR"/>
              </a:rPr>
              <a:t>구매·외주·재고</a:t>
            </a:r>
          </a:p>
        </p:txBody>
      </p:sp>
      <p:sp>
        <p:nvSpPr>
          <p:cNvPr id="8" name="text-7">
            <a:extLst xmlns:a="http://schemas.openxmlformats.org/drawingml/2006/main">
              <a:ext uri="{FF2B5EF4-FFF2-40B4-BE49-F238E27FC236}">
                <a16:creationId xmlns:a16="http://schemas.microsoft.com/office/drawing/2014/main" id="{B3801210-2C45-486E-B806-3F1FA2769773}"/>
              </a:ext>
            </a:extLst>
          </p:cNvPr>
          <p:cNvSpPr>
            <a:spLocks xmlns:a="http://schemas.openxmlformats.org/drawingml/2006/main" noGrp="1"/>
          </p:cNvSpPr>
          <p:nvPr/>
        </p:nvSpPr>
        <p:spPr>
          <a:xfrm xmlns:a="http://schemas.openxmlformats.org/drawingml/2006/main">
            <a:off x="6410325" y="2381250"/>
            <a:ext cx="50101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800" b="0">
                <a:solidFill>
                  <a:srgbClr val="183448"/>
                </a:solidFill>
                <a:latin typeface="Noto Sans KR"/>
                <a:ea typeface="Noto Sans KR"/>
                <a:cs typeface="Noto Sans KR"/>
              </a:defRPr>
            </a:defPPr>
            <a:lvl1pPr>
              <a:defRPr sz="1800" b="0">
                <a:solidFill>
                  <a:srgbClr val="183448"/>
                </a:solidFill>
                <a:latin typeface="Noto Sans KR"/>
                <a:ea typeface="Noto Sans KR"/>
                <a:cs typeface="Noto Sans KR"/>
              </a:defRPr>
            </a:lvl1pPr>
            <a:lvl2pPr>
              <a:defRPr sz="1800" b="0">
                <a:solidFill>
                  <a:srgbClr val="183448"/>
                </a:solidFill>
                <a:latin typeface="Noto Sans KR"/>
                <a:ea typeface="Noto Sans KR"/>
                <a:cs typeface="Noto Sans KR"/>
              </a:defRPr>
            </a:lvl2pPr>
            <a:lvl3pPr>
              <a:defRPr sz="1800" b="0">
                <a:solidFill>
                  <a:srgbClr val="183448"/>
                </a:solidFill>
                <a:latin typeface="Noto Sans KR"/>
                <a:ea typeface="Noto Sans KR"/>
                <a:cs typeface="Noto Sans KR"/>
              </a:defRPr>
            </a:lvl3pPr>
            <a:lvl4pPr>
              <a:defRPr sz="1800" b="0">
                <a:solidFill>
                  <a:srgbClr val="183448"/>
                </a:solidFill>
                <a:latin typeface="Noto Sans KR"/>
                <a:ea typeface="Noto Sans KR"/>
                <a:cs typeface="Noto Sans KR"/>
              </a:defRPr>
            </a:lvl4pPr>
            <a:lvl5pPr>
              <a:defRPr sz="1800" b="0">
                <a:solidFill>
                  <a:srgbClr val="183448"/>
                </a:solidFill>
                <a:latin typeface="Noto Sans KR"/>
                <a:ea typeface="Noto Sans KR"/>
                <a:cs typeface="Noto Sans KR"/>
              </a:defRPr>
            </a:lvl5pPr>
            <a:lvl6pPr>
              <a:defRPr sz="1800" b="0">
                <a:solidFill>
                  <a:srgbClr val="183448"/>
                </a:solidFill>
                <a:latin typeface="Noto Sans KR"/>
                <a:ea typeface="Noto Sans KR"/>
                <a:cs typeface="Noto Sans KR"/>
              </a:defRPr>
            </a:lvl6pPr>
            <a:lvl7pPr>
              <a:defRPr sz="1800" b="0">
                <a:solidFill>
                  <a:srgbClr val="183448"/>
                </a:solidFill>
                <a:latin typeface="Noto Sans KR"/>
                <a:ea typeface="Noto Sans KR"/>
                <a:cs typeface="Noto Sans KR"/>
              </a:defRPr>
            </a:lvl7pPr>
            <a:lvl8pPr>
              <a:defRPr sz="1800" b="0">
                <a:solidFill>
                  <a:srgbClr val="183448"/>
                </a:solidFill>
                <a:latin typeface="Noto Sans KR"/>
                <a:ea typeface="Noto Sans KR"/>
                <a:cs typeface="Noto Sans KR"/>
              </a:defRPr>
            </a:lvl8pPr>
            <a:lvl9pPr>
              <a:defRPr sz="1800" b="0">
                <a:solidFill>
                  <a:srgbClr val="183448"/>
                </a:solidFill>
                <a:latin typeface="Noto Sans KR"/>
                <a:ea typeface="Noto Sans KR"/>
                <a:cs typeface="Noto Sans KR"/>
              </a:defRPr>
            </a:lvl9pPr>
          </a:lstStyle>
          <a:p xmlns:a="http://schemas.openxmlformats.org/drawingml/2006/main">
            <a:pPr>
              <a:defRPr sz="1800" b="0">
                <a:solidFill>
                  <a:srgbClr val="183448"/>
                </a:solidFill>
                <a:latin typeface="Noto Sans KR"/>
                <a:ea typeface="Noto Sans KR"/>
                <a:cs typeface="Noto Sans KR"/>
              </a:defRPr>
            </a:pPr>
            <a:r>
              <a:rPr sz="1800" b="0">
                <a:solidFill>
                  <a:srgbClr val="183448"/>
                </a:solidFill>
                <a:latin typeface="Noto Sans KR"/>
                <a:ea typeface="Noto Sans KR"/>
                <a:cs typeface="Noto Sans KR"/>
              </a:rPr>
              <a:t>발주·입고·외주 잔량·재고 확인</a:t>
            </a:r>
          </a:p>
        </p:txBody>
      </p:sp>
      <p:sp>
        <p:nvSpPr>
          <p:cNvPr id="9" name="">
            <a:extLst xmlns:a="http://schemas.openxmlformats.org/drawingml/2006/main">
              <a:ext uri="{FF2B5EF4-FFF2-40B4-BE49-F238E27FC236}">
                <a16:creationId xmlns:a16="http://schemas.microsoft.com/office/drawing/2014/main" id="{55C79759-7508-47F4-9BFA-CD69B397F0F1}"/>
              </a:ext>
            </a:extLst>
          </p:cNvPr>
          <p:cNvSpPr>
            <a:spLocks xmlns:a="http://schemas.openxmlformats.org/drawingml/2006/main" noGrp="1"/>
          </p:cNvSpPr>
          <p:nvPr/>
        </p:nvSpPr>
        <p:spPr>
          <a:xfrm xmlns:a="http://schemas.openxmlformats.org/drawingml/2006/main">
            <a:off x="723900" y="2952750"/>
            <a:ext cx="5238750" cy="447675"/>
          </a:xfrm>
          <a:prstGeom xmlns:a="http://schemas.openxmlformats.org/drawingml/2006/main" prst="rect">
            <a:avLst/>
          </a:prstGeom>
          <a:solidFill xmlns:a="http://schemas.openxmlformats.org/drawingml/2006/main">
            <a:srgbClr val="007F83"/>
          </a:solidFill>
          <a:ln xmlns:a="http://schemas.openxmlformats.org/drawingml/2006/main" w="0">
            <a:noFill/>
            <a:prstDash val="solid"/>
          </a:ln>
        </p:spPr>
      </p:sp>
      <p:sp>
        <p:nvSpPr>
          <p:cNvPr id="10" name="text-9">
            <a:extLst xmlns:a="http://schemas.openxmlformats.org/drawingml/2006/main">
              <a:ext uri="{FF2B5EF4-FFF2-40B4-BE49-F238E27FC236}">
                <a16:creationId xmlns:a16="http://schemas.microsoft.com/office/drawing/2014/main" id="{4CB18E27-B2F0-40B9-88DD-2F01CBE5B8F1}"/>
              </a:ext>
            </a:extLst>
          </p:cNvPr>
          <p:cNvSpPr>
            <a:spLocks xmlns:a="http://schemas.openxmlformats.org/drawingml/2006/main" noGrp="1"/>
          </p:cNvSpPr>
          <p:nvPr/>
        </p:nvSpPr>
        <p:spPr>
          <a:xfrm xmlns:a="http://schemas.openxmlformats.org/drawingml/2006/main">
            <a:off x="876300" y="3028950"/>
            <a:ext cx="4933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725" b="1">
                <a:solidFill>
                  <a:srgbClr val="FFFFFF"/>
                </a:solidFill>
                <a:latin typeface="Noto Sans KR"/>
                <a:ea typeface="Noto Sans KR"/>
                <a:cs typeface="Noto Sans KR"/>
              </a:defRPr>
            </a:defPPr>
            <a:lvl1pPr>
              <a:defRPr sz="1725" b="1">
                <a:solidFill>
                  <a:srgbClr val="FFFFFF"/>
                </a:solidFill>
                <a:latin typeface="Noto Sans KR"/>
                <a:ea typeface="Noto Sans KR"/>
                <a:cs typeface="Noto Sans KR"/>
              </a:defRPr>
            </a:lvl1pPr>
            <a:lvl2pPr>
              <a:defRPr sz="1725" b="1">
                <a:solidFill>
                  <a:srgbClr val="FFFFFF"/>
                </a:solidFill>
                <a:latin typeface="Noto Sans KR"/>
                <a:ea typeface="Noto Sans KR"/>
                <a:cs typeface="Noto Sans KR"/>
              </a:defRPr>
            </a:lvl2pPr>
            <a:lvl3pPr>
              <a:defRPr sz="1725" b="1">
                <a:solidFill>
                  <a:srgbClr val="FFFFFF"/>
                </a:solidFill>
                <a:latin typeface="Noto Sans KR"/>
                <a:ea typeface="Noto Sans KR"/>
                <a:cs typeface="Noto Sans KR"/>
              </a:defRPr>
            </a:lvl3pPr>
            <a:lvl4pPr>
              <a:defRPr sz="1725" b="1">
                <a:solidFill>
                  <a:srgbClr val="FFFFFF"/>
                </a:solidFill>
                <a:latin typeface="Noto Sans KR"/>
                <a:ea typeface="Noto Sans KR"/>
                <a:cs typeface="Noto Sans KR"/>
              </a:defRPr>
            </a:lvl4pPr>
            <a:lvl5pPr>
              <a:defRPr sz="1725" b="1">
                <a:solidFill>
                  <a:srgbClr val="FFFFFF"/>
                </a:solidFill>
                <a:latin typeface="Noto Sans KR"/>
                <a:ea typeface="Noto Sans KR"/>
                <a:cs typeface="Noto Sans KR"/>
              </a:defRPr>
            </a:lvl5pPr>
            <a:lvl6pPr>
              <a:defRPr sz="1725" b="1">
                <a:solidFill>
                  <a:srgbClr val="FFFFFF"/>
                </a:solidFill>
                <a:latin typeface="Noto Sans KR"/>
                <a:ea typeface="Noto Sans KR"/>
                <a:cs typeface="Noto Sans KR"/>
              </a:defRPr>
            </a:lvl6pPr>
            <a:lvl7pPr>
              <a:defRPr sz="1725" b="1">
                <a:solidFill>
                  <a:srgbClr val="FFFFFF"/>
                </a:solidFill>
                <a:latin typeface="Noto Sans KR"/>
                <a:ea typeface="Noto Sans KR"/>
                <a:cs typeface="Noto Sans KR"/>
              </a:defRPr>
            </a:lvl7pPr>
            <a:lvl8pPr>
              <a:defRPr sz="1725" b="1">
                <a:solidFill>
                  <a:srgbClr val="FFFFFF"/>
                </a:solidFill>
                <a:latin typeface="Noto Sans KR"/>
                <a:ea typeface="Noto Sans KR"/>
                <a:cs typeface="Noto Sans KR"/>
              </a:defRPr>
            </a:lvl8pPr>
            <a:lvl9pPr>
              <a:defRPr sz="1725" b="1">
                <a:solidFill>
                  <a:srgbClr val="FFFFFF"/>
                </a:solidFill>
                <a:latin typeface="Noto Sans KR"/>
                <a:ea typeface="Noto Sans KR"/>
                <a:cs typeface="Noto Sans KR"/>
              </a:defRPr>
            </a:lvl9pPr>
          </a:lstStyle>
          <a:p xmlns:a="http://schemas.openxmlformats.org/drawingml/2006/main">
            <a:pPr>
              <a:defRPr sz="1725" b="1">
                <a:solidFill>
                  <a:srgbClr val="FFFFFF"/>
                </a:solidFill>
                <a:latin typeface="Noto Sans KR"/>
                <a:ea typeface="Noto Sans KR"/>
                <a:cs typeface="Noto Sans KR"/>
              </a:defRPr>
            </a:pPr>
            <a:r>
              <a:rPr sz="1725" b="1">
                <a:solidFill>
                  <a:srgbClr val="FFFFFF"/>
                </a:solidFill>
                <a:latin typeface="Noto Sans KR"/>
                <a:ea typeface="Noto Sans KR"/>
                <a:cs typeface="Noto Sans KR"/>
              </a:rPr>
              <a:t>생산·장비</a:t>
            </a:r>
          </a:p>
        </p:txBody>
      </p:sp>
      <p:sp>
        <p:nvSpPr>
          <p:cNvPr id="11" name="text-10">
            <a:extLst xmlns:a="http://schemas.openxmlformats.org/drawingml/2006/main">
              <a:ext uri="{FF2B5EF4-FFF2-40B4-BE49-F238E27FC236}">
                <a16:creationId xmlns:a16="http://schemas.microsoft.com/office/drawing/2014/main" id="{4C1986F1-3FC1-4216-9960-EA3DB811A7A1}"/>
              </a:ext>
            </a:extLst>
          </p:cNvPr>
          <p:cNvSpPr>
            <a:spLocks xmlns:a="http://schemas.openxmlformats.org/drawingml/2006/main" noGrp="1"/>
          </p:cNvSpPr>
          <p:nvPr/>
        </p:nvSpPr>
        <p:spPr>
          <a:xfrm xmlns:a="http://schemas.openxmlformats.org/drawingml/2006/main">
            <a:off x="838200" y="3486150"/>
            <a:ext cx="50101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800" b="0">
                <a:solidFill>
                  <a:srgbClr val="183448"/>
                </a:solidFill>
                <a:latin typeface="Noto Sans KR"/>
                <a:ea typeface="Noto Sans KR"/>
                <a:cs typeface="Noto Sans KR"/>
              </a:defRPr>
            </a:defPPr>
            <a:lvl1pPr>
              <a:defRPr sz="1800" b="0">
                <a:solidFill>
                  <a:srgbClr val="183448"/>
                </a:solidFill>
                <a:latin typeface="Noto Sans KR"/>
                <a:ea typeface="Noto Sans KR"/>
                <a:cs typeface="Noto Sans KR"/>
              </a:defRPr>
            </a:lvl1pPr>
            <a:lvl2pPr>
              <a:defRPr sz="1800" b="0">
                <a:solidFill>
                  <a:srgbClr val="183448"/>
                </a:solidFill>
                <a:latin typeface="Noto Sans KR"/>
                <a:ea typeface="Noto Sans KR"/>
                <a:cs typeface="Noto Sans KR"/>
              </a:defRPr>
            </a:lvl2pPr>
            <a:lvl3pPr>
              <a:defRPr sz="1800" b="0">
                <a:solidFill>
                  <a:srgbClr val="183448"/>
                </a:solidFill>
                <a:latin typeface="Noto Sans KR"/>
                <a:ea typeface="Noto Sans KR"/>
                <a:cs typeface="Noto Sans KR"/>
              </a:defRPr>
            </a:lvl3pPr>
            <a:lvl4pPr>
              <a:defRPr sz="1800" b="0">
                <a:solidFill>
                  <a:srgbClr val="183448"/>
                </a:solidFill>
                <a:latin typeface="Noto Sans KR"/>
                <a:ea typeface="Noto Sans KR"/>
                <a:cs typeface="Noto Sans KR"/>
              </a:defRPr>
            </a:lvl4pPr>
            <a:lvl5pPr>
              <a:defRPr sz="1800" b="0">
                <a:solidFill>
                  <a:srgbClr val="183448"/>
                </a:solidFill>
                <a:latin typeface="Noto Sans KR"/>
                <a:ea typeface="Noto Sans KR"/>
                <a:cs typeface="Noto Sans KR"/>
              </a:defRPr>
            </a:lvl5pPr>
            <a:lvl6pPr>
              <a:defRPr sz="1800" b="0">
                <a:solidFill>
                  <a:srgbClr val="183448"/>
                </a:solidFill>
                <a:latin typeface="Noto Sans KR"/>
                <a:ea typeface="Noto Sans KR"/>
                <a:cs typeface="Noto Sans KR"/>
              </a:defRPr>
            </a:lvl6pPr>
            <a:lvl7pPr>
              <a:defRPr sz="1800" b="0">
                <a:solidFill>
                  <a:srgbClr val="183448"/>
                </a:solidFill>
                <a:latin typeface="Noto Sans KR"/>
                <a:ea typeface="Noto Sans KR"/>
                <a:cs typeface="Noto Sans KR"/>
              </a:defRPr>
            </a:lvl7pPr>
            <a:lvl8pPr>
              <a:defRPr sz="1800" b="0">
                <a:solidFill>
                  <a:srgbClr val="183448"/>
                </a:solidFill>
                <a:latin typeface="Noto Sans KR"/>
                <a:ea typeface="Noto Sans KR"/>
                <a:cs typeface="Noto Sans KR"/>
              </a:defRPr>
            </a:lvl8pPr>
            <a:lvl9pPr>
              <a:defRPr sz="1800" b="0">
                <a:solidFill>
                  <a:srgbClr val="183448"/>
                </a:solidFill>
                <a:latin typeface="Noto Sans KR"/>
                <a:ea typeface="Noto Sans KR"/>
                <a:cs typeface="Noto Sans KR"/>
              </a:defRPr>
            </a:lvl9pPr>
          </a:lstStyle>
          <a:p xmlns:a="http://schemas.openxmlformats.org/drawingml/2006/main">
            <a:pPr>
              <a:defRPr sz="1800" b="0">
                <a:solidFill>
                  <a:srgbClr val="183448"/>
                </a:solidFill>
                <a:latin typeface="Noto Sans KR"/>
                <a:ea typeface="Noto Sans KR"/>
                <a:cs typeface="Noto Sans KR"/>
              </a:defRPr>
            </a:pPr>
            <a:r>
              <a:rPr sz="1800" b="0">
                <a:solidFill>
                  <a:srgbClr val="183448"/>
                </a:solidFill>
                <a:latin typeface="Noto Sans KR"/>
                <a:ea typeface="Noto Sans KR"/>
                <a:cs typeface="Noto Sans KR"/>
              </a:rPr>
              <a:t>작업 배정·제작 수량·장비 상태 기록</a:t>
            </a:r>
          </a:p>
        </p:txBody>
      </p:sp>
      <p:sp>
        <p:nvSpPr>
          <p:cNvPr id="12" name="">
            <a:extLst xmlns:a="http://schemas.openxmlformats.org/drawingml/2006/main">
              <a:ext uri="{FF2B5EF4-FFF2-40B4-BE49-F238E27FC236}">
                <a16:creationId xmlns:a16="http://schemas.microsoft.com/office/drawing/2014/main" id="{0DF28F0C-4518-495D-89C0-E3675A4103C0}"/>
              </a:ext>
            </a:extLst>
          </p:cNvPr>
          <p:cNvSpPr>
            <a:spLocks xmlns:a="http://schemas.openxmlformats.org/drawingml/2006/main" noGrp="1"/>
          </p:cNvSpPr>
          <p:nvPr/>
        </p:nvSpPr>
        <p:spPr>
          <a:xfrm xmlns:a="http://schemas.openxmlformats.org/drawingml/2006/main">
            <a:off x="6296025" y="2952750"/>
            <a:ext cx="5238750" cy="447675"/>
          </a:xfrm>
          <a:prstGeom xmlns:a="http://schemas.openxmlformats.org/drawingml/2006/main" prst="rect">
            <a:avLst/>
          </a:prstGeom>
          <a:solidFill xmlns:a="http://schemas.openxmlformats.org/drawingml/2006/main">
            <a:srgbClr val="102B40"/>
          </a:solidFill>
          <a:ln xmlns:a="http://schemas.openxmlformats.org/drawingml/2006/main" w="0">
            <a:noFill/>
            <a:prstDash val="solid"/>
          </a:ln>
        </p:spPr>
      </p:sp>
      <p:sp>
        <p:nvSpPr>
          <p:cNvPr id="13" name="text-12">
            <a:extLst xmlns:a="http://schemas.openxmlformats.org/drawingml/2006/main">
              <a:ext uri="{FF2B5EF4-FFF2-40B4-BE49-F238E27FC236}">
                <a16:creationId xmlns:a16="http://schemas.microsoft.com/office/drawing/2014/main" id="{CD900300-73F2-4AEA-9453-A7A1BE9DDE19}"/>
              </a:ext>
            </a:extLst>
          </p:cNvPr>
          <p:cNvSpPr>
            <a:spLocks xmlns:a="http://schemas.openxmlformats.org/drawingml/2006/main" noGrp="1"/>
          </p:cNvSpPr>
          <p:nvPr/>
        </p:nvSpPr>
        <p:spPr>
          <a:xfrm xmlns:a="http://schemas.openxmlformats.org/drawingml/2006/main">
            <a:off x="6448425" y="3028950"/>
            <a:ext cx="4933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725" b="1">
                <a:solidFill>
                  <a:srgbClr val="FFFFFF"/>
                </a:solidFill>
                <a:latin typeface="Noto Sans KR"/>
                <a:ea typeface="Noto Sans KR"/>
                <a:cs typeface="Noto Sans KR"/>
              </a:defRPr>
            </a:defPPr>
            <a:lvl1pPr>
              <a:defRPr sz="1725" b="1">
                <a:solidFill>
                  <a:srgbClr val="FFFFFF"/>
                </a:solidFill>
                <a:latin typeface="Noto Sans KR"/>
                <a:ea typeface="Noto Sans KR"/>
                <a:cs typeface="Noto Sans KR"/>
              </a:defRPr>
            </a:lvl1pPr>
            <a:lvl2pPr>
              <a:defRPr sz="1725" b="1">
                <a:solidFill>
                  <a:srgbClr val="FFFFFF"/>
                </a:solidFill>
                <a:latin typeface="Noto Sans KR"/>
                <a:ea typeface="Noto Sans KR"/>
                <a:cs typeface="Noto Sans KR"/>
              </a:defRPr>
            </a:lvl2pPr>
            <a:lvl3pPr>
              <a:defRPr sz="1725" b="1">
                <a:solidFill>
                  <a:srgbClr val="FFFFFF"/>
                </a:solidFill>
                <a:latin typeface="Noto Sans KR"/>
                <a:ea typeface="Noto Sans KR"/>
                <a:cs typeface="Noto Sans KR"/>
              </a:defRPr>
            </a:lvl3pPr>
            <a:lvl4pPr>
              <a:defRPr sz="1725" b="1">
                <a:solidFill>
                  <a:srgbClr val="FFFFFF"/>
                </a:solidFill>
                <a:latin typeface="Noto Sans KR"/>
                <a:ea typeface="Noto Sans KR"/>
                <a:cs typeface="Noto Sans KR"/>
              </a:defRPr>
            </a:lvl4pPr>
            <a:lvl5pPr>
              <a:defRPr sz="1725" b="1">
                <a:solidFill>
                  <a:srgbClr val="FFFFFF"/>
                </a:solidFill>
                <a:latin typeface="Noto Sans KR"/>
                <a:ea typeface="Noto Sans KR"/>
                <a:cs typeface="Noto Sans KR"/>
              </a:defRPr>
            </a:lvl5pPr>
            <a:lvl6pPr>
              <a:defRPr sz="1725" b="1">
                <a:solidFill>
                  <a:srgbClr val="FFFFFF"/>
                </a:solidFill>
                <a:latin typeface="Noto Sans KR"/>
                <a:ea typeface="Noto Sans KR"/>
                <a:cs typeface="Noto Sans KR"/>
              </a:defRPr>
            </a:lvl6pPr>
            <a:lvl7pPr>
              <a:defRPr sz="1725" b="1">
                <a:solidFill>
                  <a:srgbClr val="FFFFFF"/>
                </a:solidFill>
                <a:latin typeface="Noto Sans KR"/>
                <a:ea typeface="Noto Sans KR"/>
                <a:cs typeface="Noto Sans KR"/>
              </a:defRPr>
            </a:lvl7pPr>
            <a:lvl8pPr>
              <a:defRPr sz="1725" b="1">
                <a:solidFill>
                  <a:srgbClr val="FFFFFF"/>
                </a:solidFill>
                <a:latin typeface="Noto Sans KR"/>
                <a:ea typeface="Noto Sans KR"/>
                <a:cs typeface="Noto Sans KR"/>
              </a:defRPr>
            </a:lvl8pPr>
            <a:lvl9pPr>
              <a:defRPr sz="1725" b="1">
                <a:solidFill>
                  <a:srgbClr val="FFFFFF"/>
                </a:solidFill>
                <a:latin typeface="Noto Sans KR"/>
                <a:ea typeface="Noto Sans KR"/>
                <a:cs typeface="Noto Sans KR"/>
              </a:defRPr>
            </a:lvl9pPr>
          </a:lstStyle>
          <a:p xmlns:a="http://schemas.openxmlformats.org/drawingml/2006/main">
            <a:pPr>
              <a:defRPr sz="1725" b="1">
                <a:solidFill>
                  <a:srgbClr val="FFFFFF"/>
                </a:solidFill>
                <a:latin typeface="Noto Sans KR"/>
                <a:ea typeface="Noto Sans KR"/>
                <a:cs typeface="Noto Sans KR"/>
              </a:defRPr>
            </a:pPr>
            <a:r>
              <a:rPr sz="1725" b="1">
                <a:solidFill>
                  <a:srgbClr val="FFFFFF"/>
                </a:solidFill>
                <a:latin typeface="Noto Sans KR"/>
                <a:ea typeface="Noto Sans KR"/>
                <a:cs typeface="Noto Sans KR"/>
              </a:rPr>
              <a:t>품질·불량</a:t>
            </a:r>
          </a:p>
        </p:txBody>
      </p:sp>
      <p:sp>
        <p:nvSpPr>
          <p:cNvPr id="14" name="text-13">
            <a:extLst xmlns:a="http://schemas.openxmlformats.org/drawingml/2006/main">
              <a:ext uri="{FF2B5EF4-FFF2-40B4-BE49-F238E27FC236}">
                <a16:creationId xmlns:a16="http://schemas.microsoft.com/office/drawing/2014/main" id="{E62CBB14-979B-49BA-9441-0F5662F78ED4}"/>
              </a:ext>
            </a:extLst>
          </p:cNvPr>
          <p:cNvSpPr>
            <a:spLocks xmlns:a="http://schemas.openxmlformats.org/drawingml/2006/main" noGrp="1"/>
          </p:cNvSpPr>
          <p:nvPr/>
        </p:nvSpPr>
        <p:spPr>
          <a:xfrm xmlns:a="http://schemas.openxmlformats.org/drawingml/2006/main">
            <a:off x="6410325" y="3486150"/>
            <a:ext cx="50101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800" b="0">
                <a:solidFill>
                  <a:srgbClr val="183448"/>
                </a:solidFill>
                <a:latin typeface="Noto Sans KR"/>
                <a:ea typeface="Noto Sans KR"/>
                <a:cs typeface="Noto Sans KR"/>
              </a:defRPr>
            </a:defPPr>
            <a:lvl1pPr>
              <a:defRPr sz="1800" b="0">
                <a:solidFill>
                  <a:srgbClr val="183448"/>
                </a:solidFill>
                <a:latin typeface="Noto Sans KR"/>
                <a:ea typeface="Noto Sans KR"/>
                <a:cs typeface="Noto Sans KR"/>
              </a:defRPr>
            </a:lvl1pPr>
            <a:lvl2pPr>
              <a:defRPr sz="1800" b="0">
                <a:solidFill>
                  <a:srgbClr val="183448"/>
                </a:solidFill>
                <a:latin typeface="Noto Sans KR"/>
                <a:ea typeface="Noto Sans KR"/>
                <a:cs typeface="Noto Sans KR"/>
              </a:defRPr>
            </a:lvl2pPr>
            <a:lvl3pPr>
              <a:defRPr sz="1800" b="0">
                <a:solidFill>
                  <a:srgbClr val="183448"/>
                </a:solidFill>
                <a:latin typeface="Noto Sans KR"/>
                <a:ea typeface="Noto Sans KR"/>
                <a:cs typeface="Noto Sans KR"/>
              </a:defRPr>
            </a:lvl3pPr>
            <a:lvl4pPr>
              <a:defRPr sz="1800" b="0">
                <a:solidFill>
                  <a:srgbClr val="183448"/>
                </a:solidFill>
                <a:latin typeface="Noto Sans KR"/>
                <a:ea typeface="Noto Sans KR"/>
                <a:cs typeface="Noto Sans KR"/>
              </a:defRPr>
            </a:lvl4pPr>
            <a:lvl5pPr>
              <a:defRPr sz="1800" b="0">
                <a:solidFill>
                  <a:srgbClr val="183448"/>
                </a:solidFill>
                <a:latin typeface="Noto Sans KR"/>
                <a:ea typeface="Noto Sans KR"/>
                <a:cs typeface="Noto Sans KR"/>
              </a:defRPr>
            </a:lvl5pPr>
            <a:lvl6pPr>
              <a:defRPr sz="1800" b="0">
                <a:solidFill>
                  <a:srgbClr val="183448"/>
                </a:solidFill>
                <a:latin typeface="Noto Sans KR"/>
                <a:ea typeface="Noto Sans KR"/>
                <a:cs typeface="Noto Sans KR"/>
              </a:defRPr>
            </a:lvl6pPr>
            <a:lvl7pPr>
              <a:defRPr sz="1800" b="0">
                <a:solidFill>
                  <a:srgbClr val="183448"/>
                </a:solidFill>
                <a:latin typeface="Noto Sans KR"/>
                <a:ea typeface="Noto Sans KR"/>
                <a:cs typeface="Noto Sans KR"/>
              </a:defRPr>
            </a:lvl7pPr>
            <a:lvl8pPr>
              <a:defRPr sz="1800" b="0">
                <a:solidFill>
                  <a:srgbClr val="183448"/>
                </a:solidFill>
                <a:latin typeface="Noto Sans KR"/>
                <a:ea typeface="Noto Sans KR"/>
                <a:cs typeface="Noto Sans KR"/>
              </a:defRPr>
            </a:lvl8pPr>
            <a:lvl9pPr>
              <a:defRPr sz="1800" b="0">
                <a:solidFill>
                  <a:srgbClr val="183448"/>
                </a:solidFill>
                <a:latin typeface="Noto Sans KR"/>
                <a:ea typeface="Noto Sans KR"/>
                <a:cs typeface="Noto Sans KR"/>
              </a:defRPr>
            </a:lvl9pPr>
          </a:lstStyle>
          <a:p xmlns:a="http://schemas.openxmlformats.org/drawingml/2006/main">
            <a:pPr>
              <a:defRPr sz="1800" b="0">
                <a:solidFill>
                  <a:srgbClr val="183448"/>
                </a:solidFill>
                <a:latin typeface="Noto Sans KR"/>
                <a:ea typeface="Noto Sans KR"/>
                <a:cs typeface="Noto Sans KR"/>
              </a:defRPr>
            </a:pPr>
            <a:r>
              <a:rPr sz="1800" b="0">
                <a:solidFill>
                  <a:srgbClr val="183448"/>
                </a:solidFill>
                <a:latin typeface="Noto Sans KR"/>
                <a:ea typeface="Noto Sans KR"/>
                <a:cs typeface="Noto Sans KR"/>
              </a:rPr>
              <a:t>검사·불량 사진·처리·재발방지 관리</a:t>
            </a:r>
          </a:p>
        </p:txBody>
      </p:sp>
      <p:sp>
        <p:nvSpPr>
          <p:cNvPr id="15" name="">
            <a:extLst xmlns:a="http://schemas.openxmlformats.org/drawingml/2006/main">
              <a:ext uri="{FF2B5EF4-FFF2-40B4-BE49-F238E27FC236}">
                <a16:creationId xmlns:a16="http://schemas.microsoft.com/office/drawing/2014/main" id="{25B39000-7B6D-4EE0-8154-AA65254D45F1}"/>
              </a:ext>
            </a:extLst>
          </p:cNvPr>
          <p:cNvSpPr>
            <a:spLocks xmlns:a="http://schemas.openxmlformats.org/drawingml/2006/main" noGrp="1"/>
          </p:cNvSpPr>
          <p:nvPr/>
        </p:nvSpPr>
        <p:spPr>
          <a:xfrm xmlns:a="http://schemas.openxmlformats.org/drawingml/2006/main">
            <a:off x="723900" y="4057650"/>
            <a:ext cx="5238750" cy="447675"/>
          </a:xfrm>
          <a:prstGeom xmlns:a="http://schemas.openxmlformats.org/drawingml/2006/main" prst="rect">
            <a:avLst/>
          </a:prstGeom>
          <a:solidFill xmlns:a="http://schemas.openxmlformats.org/drawingml/2006/main">
            <a:srgbClr val="102B40"/>
          </a:solidFill>
          <a:ln xmlns:a="http://schemas.openxmlformats.org/drawingml/2006/main" w="0">
            <a:noFill/>
            <a:prstDash val="solid"/>
          </a:ln>
        </p:spPr>
      </p:sp>
      <p:sp>
        <p:nvSpPr>
          <p:cNvPr id="16" name="text-15">
            <a:extLst xmlns:a="http://schemas.openxmlformats.org/drawingml/2006/main">
              <a:ext uri="{FF2B5EF4-FFF2-40B4-BE49-F238E27FC236}">
                <a16:creationId xmlns:a16="http://schemas.microsoft.com/office/drawing/2014/main" id="{9A04BC33-0C89-4000-ADEF-62EF7635954B}"/>
              </a:ext>
            </a:extLst>
          </p:cNvPr>
          <p:cNvSpPr>
            <a:spLocks xmlns:a="http://schemas.openxmlformats.org/drawingml/2006/main" noGrp="1"/>
          </p:cNvSpPr>
          <p:nvPr/>
        </p:nvSpPr>
        <p:spPr>
          <a:xfrm xmlns:a="http://schemas.openxmlformats.org/drawingml/2006/main">
            <a:off x="876300" y="4133850"/>
            <a:ext cx="4933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725" b="1">
                <a:solidFill>
                  <a:srgbClr val="FFFFFF"/>
                </a:solidFill>
                <a:latin typeface="Noto Sans KR"/>
                <a:ea typeface="Noto Sans KR"/>
                <a:cs typeface="Noto Sans KR"/>
              </a:defRPr>
            </a:defPPr>
            <a:lvl1pPr>
              <a:defRPr sz="1725" b="1">
                <a:solidFill>
                  <a:srgbClr val="FFFFFF"/>
                </a:solidFill>
                <a:latin typeface="Noto Sans KR"/>
                <a:ea typeface="Noto Sans KR"/>
                <a:cs typeface="Noto Sans KR"/>
              </a:defRPr>
            </a:lvl1pPr>
            <a:lvl2pPr>
              <a:defRPr sz="1725" b="1">
                <a:solidFill>
                  <a:srgbClr val="FFFFFF"/>
                </a:solidFill>
                <a:latin typeface="Noto Sans KR"/>
                <a:ea typeface="Noto Sans KR"/>
                <a:cs typeface="Noto Sans KR"/>
              </a:defRPr>
            </a:lvl2pPr>
            <a:lvl3pPr>
              <a:defRPr sz="1725" b="1">
                <a:solidFill>
                  <a:srgbClr val="FFFFFF"/>
                </a:solidFill>
                <a:latin typeface="Noto Sans KR"/>
                <a:ea typeface="Noto Sans KR"/>
                <a:cs typeface="Noto Sans KR"/>
              </a:defRPr>
            </a:lvl3pPr>
            <a:lvl4pPr>
              <a:defRPr sz="1725" b="1">
                <a:solidFill>
                  <a:srgbClr val="FFFFFF"/>
                </a:solidFill>
                <a:latin typeface="Noto Sans KR"/>
                <a:ea typeface="Noto Sans KR"/>
                <a:cs typeface="Noto Sans KR"/>
              </a:defRPr>
            </a:lvl4pPr>
            <a:lvl5pPr>
              <a:defRPr sz="1725" b="1">
                <a:solidFill>
                  <a:srgbClr val="FFFFFF"/>
                </a:solidFill>
                <a:latin typeface="Noto Sans KR"/>
                <a:ea typeface="Noto Sans KR"/>
                <a:cs typeface="Noto Sans KR"/>
              </a:defRPr>
            </a:lvl5pPr>
            <a:lvl6pPr>
              <a:defRPr sz="1725" b="1">
                <a:solidFill>
                  <a:srgbClr val="FFFFFF"/>
                </a:solidFill>
                <a:latin typeface="Noto Sans KR"/>
                <a:ea typeface="Noto Sans KR"/>
                <a:cs typeface="Noto Sans KR"/>
              </a:defRPr>
            </a:lvl6pPr>
            <a:lvl7pPr>
              <a:defRPr sz="1725" b="1">
                <a:solidFill>
                  <a:srgbClr val="FFFFFF"/>
                </a:solidFill>
                <a:latin typeface="Noto Sans KR"/>
                <a:ea typeface="Noto Sans KR"/>
                <a:cs typeface="Noto Sans KR"/>
              </a:defRPr>
            </a:lvl7pPr>
            <a:lvl8pPr>
              <a:defRPr sz="1725" b="1">
                <a:solidFill>
                  <a:srgbClr val="FFFFFF"/>
                </a:solidFill>
                <a:latin typeface="Noto Sans KR"/>
                <a:ea typeface="Noto Sans KR"/>
                <a:cs typeface="Noto Sans KR"/>
              </a:defRPr>
            </a:lvl8pPr>
            <a:lvl9pPr>
              <a:defRPr sz="1725" b="1">
                <a:solidFill>
                  <a:srgbClr val="FFFFFF"/>
                </a:solidFill>
                <a:latin typeface="Noto Sans KR"/>
                <a:ea typeface="Noto Sans KR"/>
                <a:cs typeface="Noto Sans KR"/>
              </a:defRPr>
            </a:lvl9pPr>
          </a:lstStyle>
          <a:p xmlns:a="http://schemas.openxmlformats.org/drawingml/2006/main">
            <a:pPr>
              <a:defRPr sz="1725" b="1">
                <a:solidFill>
                  <a:srgbClr val="FFFFFF"/>
                </a:solidFill>
                <a:latin typeface="Noto Sans KR"/>
                <a:ea typeface="Noto Sans KR"/>
                <a:cs typeface="Noto Sans KR"/>
              </a:defRPr>
            </a:pPr>
            <a:r>
              <a:rPr sz="1725" b="1">
                <a:solidFill>
                  <a:srgbClr val="FFFFFF"/>
                </a:solidFill>
                <a:latin typeface="Noto Sans KR"/>
                <a:ea typeface="Noto Sans KR"/>
                <a:cs typeface="Noto Sans KR"/>
              </a:rPr>
              <a:t>출고·매입·매출·원가</a:t>
            </a:r>
          </a:p>
        </p:txBody>
      </p:sp>
      <p:sp>
        <p:nvSpPr>
          <p:cNvPr id="17" name="text-16">
            <a:extLst xmlns:a="http://schemas.openxmlformats.org/drawingml/2006/main">
              <a:ext uri="{FF2B5EF4-FFF2-40B4-BE49-F238E27FC236}">
                <a16:creationId xmlns:a16="http://schemas.microsoft.com/office/drawing/2014/main" id="{ECC524E4-F052-4957-AA23-046A08FA843A}"/>
              </a:ext>
            </a:extLst>
          </p:cNvPr>
          <p:cNvSpPr>
            <a:spLocks xmlns:a="http://schemas.openxmlformats.org/drawingml/2006/main" noGrp="1"/>
          </p:cNvSpPr>
          <p:nvPr/>
        </p:nvSpPr>
        <p:spPr>
          <a:xfrm xmlns:a="http://schemas.openxmlformats.org/drawingml/2006/main">
            <a:off x="838200" y="4591050"/>
            <a:ext cx="50101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800" b="0">
                <a:solidFill>
                  <a:srgbClr val="183448"/>
                </a:solidFill>
                <a:latin typeface="Noto Sans KR"/>
                <a:ea typeface="Noto Sans KR"/>
                <a:cs typeface="Noto Sans KR"/>
              </a:defRPr>
            </a:defPPr>
            <a:lvl1pPr>
              <a:defRPr sz="1800" b="0">
                <a:solidFill>
                  <a:srgbClr val="183448"/>
                </a:solidFill>
                <a:latin typeface="Noto Sans KR"/>
                <a:ea typeface="Noto Sans KR"/>
                <a:cs typeface="Noto Sans KR"/>
              </a:defRPr>
            </a:lvl1pPr>
            <a:lvl2pPr>
              <a:defRPr sz="1800" b="0">
                <a:solidFill>
                  <a:srgbClr val="183448"/>
                </a:solidFill>
                <a:latin typeface="Noto Sans KR"/>
                <a:ea typeface="Noto Sans KR"/>
                <a:cs typeface="Noto Sans KR"/>
              </a:defRPr>
            </a:lvl2pPr>
            <a:lvl3pPr>
              <a:defRPr sz="1800" b="0">
                <a:solidFill>
                  <a:srgbClr val="183448"/>
                </a:solidFill>
                <a:latin typeface="Noto Sans KR"/>
                <a:ea typeface="Noto Sans KR"/>
                <a:cs typeface="Noto Sans KR"/>
              </a:defRPr>
            </a:lvl3pPr>
            <a:lvl4pPr>
              <a:defRPr sz="1800" b="0">
                <a:solidFill>
                  <a:srgbClr val="183448"/>
                </a:solidFill>
                <a:latin typeface="Noto Sans KR"/>
                <a:ea typeface="Noto Sans KR"/>
                <a:cs typeface="Noto Sans KR"/>
              </a:defRPr>
            </a:lvl4pPr>
            <a:lvl5pPr>
              <a:defRPr sz="1800" b="0">
                <a:solidFill>
                  <a:srgbClr val="183448"/>
                </a:solidFill>
                <a:latin typeface="Noto Sans KR"/>
                <a:ea typeface="Noto Sans KR"/>
                <a:cs typeface="Noto Sans KR"/>
              </a:defRPr>
            </a:lvl5pPr>
            <a:lvl6pPr>
              <a:defRPr sz="1800" b="0">
                <a:solidFill>
                  <a:srgbClr val="183448"/>
                </a:solidFill>
                <a:latin typeface="Noto Sans KR"/>
                <a:ea typeface="Noto Sans KR"/>
                <a:cs typeface="Noto Sans KR"/>
              </a:defRPr>
            </a:lvl6pPr>
            <a:lvl7pPr>
              <a:defRPr sz="1800" b="0">
                <a:solidFill>
                  <a:srgbClr val="183448"/>
                </a:solidFill>
                <a:latin typeface="Noto Sans KR"/>
                <a:ea typeface="Noto Sans KR"/>
                <a:cs typeface="Noto Sans KR"/>
              </a:defRPr>
            </a:lvl7pPr>
            <a:lvl8pPr>
              <a:defRPr sz="1800" b="0">
                <a:solidFill>
                  <a:srgbClr val="183448"/>
                </a:solidFill>
                <a:latin typeface="Noto Sans KR"/>
                <a:ea typeface="Noto Sans KR"/>
                <a:cs typeface="Noto Sans KR"/>
              </a:defRPr>
            </a:lvl8pPr>
            <a:lvl9pPr>
              <a:defRPr sz="1800" b="0">
                <a:solidFill>
                  <a:srgbClr val="183448"/>
                </a:solidFill>
                <a:latin typeface="Noto Sans KR"/>
                <a:ea typeface="Noto Sans KR"/>
                <a:cs typeface="Noto Sans KR"/>
              </a:defRPr>
            </a:lvl9pPr>
          </a:lstStyle>
          <a:p xmlns:a="http://schemas.openxmlformats.org/drawingml/2006/main">
            <a:pPr>
              <a:defRPr sz="1800" b="0">
                <a:solidFill>
                  <a:srgbClr val="183448"/>
                </a:solidFill>
                <a:latin typeface="Noto Sans KR"/>
                <a:ea typeface="Noto Sans KR"/>
                <a:cs typeface="Noto Sans KR"/>
              </a:defRPr>
            </a:pPr>
            <a:r>
              <a:rPr sz="1800" b="0">
                <a:solidFill>
                  <a:srgbClr val="183448"/>
                </a:solidFill>
                <a:latin typeface="Noto Sans KR"/>
                <a:ea typeface="Noto Sans KR"/>
                <a:cs typeface="Noto Sans KR"/>
              </a:rPr>
              <a:t>출고·매입·매출·원가·수금·지급</a:t>
            </a:r>
          </a:p>
        </p:txBody>
      </p:sp>
      <p:sp>
        <p:nvSpPr>
          <p:cNvPr id="18" name="">
            <a:extLst xmlns:a="http://schemas.openxmlformats.org/drawingml/2006/main">
              <a:ext uri="{FF2B5EF4-FFF2-40B4-BE49-F238E27FC236}">
                <a16:creationId xmlns:a16="http://schemas.microsoft.com/office/drawing/2014/main" id="{BA7CB602-3F03-45EF-B72C-4D6D40773C79}"/>
              </a:ext>
            </a:extLst>
          </p:cNvPr>
          <p:cNvSpPr>
            <a:spLocks xmlns:a="http://schemas.openxmlformats.org/drawingml/2006/main" noGrp="1"/>
          </p:cNvSpPr>
          <p:nvPr/>
        </p:nvSpPr>
        <p:spPr>
          <a:xfrm xmlns:a="http://schemas.openxmlformats.org/drawingml/2006/main">
            <a:off x="6296025" y="4057650"/>
            <a:ext cx="5238750" cy="447675"/>
          </a:xfrm>
          <a:prstGeom xmlns:a="http://schemas.openxmlformats.org/drawingml/2006/main" prst="rect">
            <a:avLst/>
          </a:prstGeom>
          <a:solidFill xmlns:a="http://schemas.openxmlformats.org/drawingml/2006/main">
            <a:srgbClr val="102B40"/>
          </a:solidFill>
          <a:ln xmlns:a="http://schemas.openxmlformats.org/drawingml/2006/main" w="0">
            <a:noFill/>
            <a:prstDash val="solid"/>
          </a:ln>
        </p:spPr>
      </p:sp>
      <p:sp>
        <p:nvSpPr>
          <p:cNvPr id="19" name="text-18">
            <a:extLst xmlns:a="http://schemas.openxmlformats.org/drawingml/2006/main">
              <a:ext uri="{FF2B5EF4-FFF2-40B4-BE49-F238E27FC236}">
                <a16:creationId xmlns:a16="http://schemas.microsoft.com/office/drawing/2014/main" id="{09DEDB3B-2F62-45DC-A31B-ED109D9A9A9B}"/>
              </a:ext>
            </a:extLst>
          </p:cNvPr>
          <p:cNvSpPr>
            <a:spLocks xmlns:a="http://schemas.openxmlformats.org/drawingml/2006/main" noGrp="1"/>
          </p:cNvSpPr>
          <p:nvPr/>
        </p:nvSpPr>
        <p:spPr>
          <a:xfrm xmlns:a="http://schemas.openxmlformats.org/drawingml/2006/main">
            <a:off x="6448425" y="4133850"/>
            <a:ext cx="4933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725" b="1">
                <a:solidFill>
                  <a:srgbClr val="FFFFFF"/>
                </a:solidFill>
                <a:latin typeface="Noto Sans KR"/>
                <a:ea typeface="Noto Sans KR"/>
                <a:cs typeface="Noto Sans KR"/>
              </a:defRPr>
            </a:defPPr>
            <a:lvl1pPr>
              <a:defRPr sz="1725" b="1">
                <a:solidFill>
                  <a:srgbClr val="FFFFFF"/>
                </a:solidFill>
                <a:latin typeface="Noto Sans KR"/>
                <a:ea typeface="Noto Sans KR"/>
                <a:cs typeface="Noto Sans KR"/>
              </a:defRPr>
            </a:lvl1pPr>
            <a:lvl2pPr>
              <a:defRPr sz="1725" b="1">
                <a:solidFill>
                  <a:srgbClr val="FFFFFF"/>
                </a:solidFill>
                <a:latin typeface="Noto Sans KR"/>
                <a:ea typeface="Noto Sans KR"/>
                <a:cs typeface="Noto Sans KR"/>
              </a:defRPr>
            </a:lvl2pPr>
            <a:lvl3pPr>
              <a:defRPr sz="1725" b="1">
                <a:solidFill>
                  <a:srgbClr val="FFFFFF"/>
                </a:solidFill>
                <a:latin typeface="Noto Sans KR"/>
                <a:ea typeface="Noto Sans KR"/>
                <a:cs typeface="Noto Sans KR"/>
              </a:defRPr>
            </a:lvl3pPr>
            <a:lvl4pPr>
              <a:defRPr sz="1725" b="1">
                <a:solidFill>
                  <a:srgbClr val="FFFFFF"/>
                </a:solidFill>
                <a:latin typeface="Noto Sans KR"/>
                <a:ea typeface="Noto Sans KR"/>
                <a:cs typeface="Noto Sans KR"/>
              </a:defRPr>
            </a:lvl4pPr>
            <a:lvl5pPr>
              <a:defRPr sz="1725" b="1">
                <a:solidFill>
                  <a:srgbClr val="FFFFFF"/>
                </a:solidFill>
                <a:latin typeface="Noto Sans KR"/>
                <a:ea typeface="Noto Sans KR"/>
                <a:cs typeface="Noto Sans KR"/>
              </a:defRPr>
            </a:lvl5pPr>
            <a:lvl6pPr>
              <a:defRPr sz="1725" b="1">
                <a:solidFill>
                  <a:srgbClr val="FFFFFF"/>
                </a:solidFill>
                <a:latin typeface="Noto Sans KR"/>
                <a:ea typeface="Noto Sans KR"/>
                <a:cs typeface="Noto Sans KR"/>
              </a:defRPr>
            </a:lvl6pPr>
            <a:lvl7pPr>
              <a:defRPr sz="1725" b="1">
                <a:solidFill>
                  <a:srgbClr val="FFFFFF"/>
                </a:solidFill>
                <a:latin typeface="Noto Sans KR"/>
                <a:ea typeface="Noto Sans KR"/>
                <a:cs typeface="Noto Sans KR"/>
              </a:defRPr>
            </a:lvl7pPr>
            <a:lvl8pPr>
              <a:defRPr sz="1725" b="1">
                <a:solidFill>
                  <a:srgbClr val="FFFFFF"/>
                </a:solidFill>
                <a:latin typeface="Noto Sans KR"/>
                <a:ea typeface="Noto Sans KR"/>
                <a:cs typeface="Noto Sans KR"/>
              </a:defRPr>
            </a:lvl8pPr>
            <a:lvl9pPr>
              <a:defRPr sz="1725" b="1">
                <a:solidFill>
                  <a:srgbClr val="FFFFFF"/>
                </a:solidFill>
                <a:latin typeface="Noto Sans KR"/>
                <a:ea typeface="Noto Sans KR"/>
                <a:cs typeface="Noto Sans KR"/>
              </a:defRPr>
            </a:lvl9pPr>
          </a:lstStyle>
          <a:p xmlns:a="http://schemas.openxmlformats.org/drawingml/2006/main">
            <a:pPr>
              <a:defRPr sz="1725" b="1">
                <a:solidFill>
                  <a:srgbClr val="FFFFFF"/>
                </a:solidFill>
                <a:latin typeface="Noto Sans KR"/>
                <a:ea typeface="Noto Sans KR"/>
                <a:cs typeface="Noto Sans KR"/>
              </a:defRPr>
            </a:pPr>
            <a:r>
              <a:rPr sz="1725" b="1">
                <a:solidFill>
                  <a:srgbClr val="FFFFFF"/>
                </a:solidFill>
                <a:latin typeface="Noto Sans KR"/>
                <a:ea typeface="Noto Sans KR"/>
                <a:cs typeface="Noto Sans KR"/>
              </a:rPr>
              <a:t>도면·자료</a:t>
            </a:r>
          </a:p>
        </p:txBody>
      </p:sp>
      <p:sp>
        <p:nvSpPr>
          <p:cNvPr id="20" name="text-19">
            <a:extLst xmlns:a="http://schemas.openxmlformats.org/drawingml/2006/main">
              <a:ext uri="{FF2B5EF4-FFF2-40B4-BE49-F238E27FC236}">
                <a16:creationId xmlns:a16="http://schemas.microsoft.com/office/drawing/2014/main" id="{3E310888-3D63-458C-BD60-74BF7683BEFD}"/>
              </a:ext>
            </a:extLst>
          </p:cNvPr>
          <p:cNvSpPr>
            <a:spLocks xmlns:a="http://schemas.openxmlformats.org/drawingml/2006/main" noGrp="1"/>
          </p:cNvSpPr>
          <p:nvPr/>
        </p:nvSpPr>
        <p:spPr>
          <a:xfrm xmlns:a="http://schemas.openxmlformats.org/drawingml/2006/main">
            <a:off x="6410325" y="4591050"/>
            <a:ext cx="50101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800" b="0">
                <a:solidFill>
                  <a:srgbClr val="183448"/>
                </a:solidFill>
                <a:latin typeface="Noto Sans KR"/>
                <a:ea typeface="Noto Sans KR"/>
                <a:cs typeface="Noto Sans KR"/>
              </a:defRPr>
            </a:defPPr>
            <a:lvl1pPr>
              <a:defRPr sz="1800" b="0">
                <a:solidFill>
                  <a:srgbClr val="183448"/>
                </a:solidFill>
                <a:latin typeface="Noto Sans KR"/>
                <a:ea typeface="Noto Sans KR"/>
                <a:cs typeface="Noto Sans KR"/>
              </a:defRPr>
            </a:lvl1pPr>
            <a:lvl2pPr>
              <a:defRPr sz="1800" b="0">
                <a:solidFill>
                  <a:srgbClr val="183448"/>
                </a:solidFill>
                <a:latin typeface="Noto Sans KR"/>
                <a:ea typeface="Noto Sans KR"/>
                <a:cs typeface="Noto Sans KR"/>
              </a:defRPr>
            </a:lvl2pPr>
            <a:lvl3pPr>
              <a:defRPr sz="1800" b="0">
                <a:solidFill>
                  <a:srgbClr val="183448"/>
                </a:solidFill>
                <a:latin typeface="Noto Sans KR"/>
                <a:ea typeface="Noto Sans KR"/>
                <a:cs typeface="Noto Sans KR"/>
              </a:defRPr>
            </a:lvl3pPr>
            <a:lvl4pPr>
              <a:defRPr sz="1800" b="0">
                <a:solidFill>
                  <a:srgbClr val="183448"/>
                </a:solidFill>
                <a:latin typeface="Noto Sans KR"/>
                <a:ea typeface="Noto Sans KR"/>
                <a:cs typeface="Noto Sans KR"/>
              </a:defRPr>
            </a:lvl4pPr>
            <a:lvl5pPr>
              <a:defRPr sz="1800" b="0">
                <a:solidFill>
                  <a:srgbClr val="183448"/>
                </a:solidFill>
                <a:latin typeface="Noto Sans KR"/>
                <a:ea typeface="Noto Sans KR"/>
                <a:cs typeface="Noto Sans KR"/>
              </a:defRPr>
            </a:lvl5pPr>
            <a:lvl6pPr>
              <a:defRPr sz="1800" b="0">
                <a:solidFill>
                  <a:srgbClr val="183448"/>
                </a:solidFill>
                <a:latin typeface="Noto Sans KR"/>
                <a:ea typeface="Noto Sans KR"/>
                <a:cs typeface="Noto Sans KR"/>
              </a:defRPr>
            </a:lvl6pPr>
            <a:lvl7pPr>
              <a:defRPr sz="1800" b="0">
                <a:solidFill>
                  <a:srgbClr val="183448"/>
                </a:solidFill>
                <a:latin typeface="Noto Sans KR"/>
                <a:ea typeface="Noto Sans KR"/>
                <a:cs typeface="Noto Sans KR"/>
              </a:defRPr>
            </a:lvl7pPr>
            <a:lvl8pPr>
              <a:defRPr sz="1800" b="0">
                <a:solidFill>
                  <a:srgbClr val="183448"/>
                </a:solidFill>
                <a:latin typeface="Noto Sans KR"/>
                <a:ea typeface="Noto Sans KR"/>
                <a:cs typeface="Noto Sans KR"/>
              </a:defRPr>
            </a:lvl8pPr>
            <a:lvl9pPr>
              <a:defRPr sz="1800" b="0">
                <a:solidFill>
                  <a:srgbClr val="183448"/>
                </a:solidFill>
                <a:latin typeface="Noto Sans KR"/>
                <a:ea typeface="Noto Sans KR"/>
                <a:cs typeface="Noto Sans KR"/>
              </a:defRPr>
            </a:lvl9pPr>
          </a:lstStyle>
          <a:p xmlns:a="http://schemas.openxmlformats.org/drawingml/2006/main">
            <a:pPr>
              <a:defRPr sz="1800" b="0">
                <a:solidFill>
                  <a:srgbClr val="183448"/>
                </a:solidFill>
                <a:latin typeface="Noto Sans KR"/>
                <a:ea typeface="Noto Sans KR"/>
                <a:cs typeface="Noto Sans KR"/>
              </a:defRPr>
            </a:pPr>
            <a:r>
              <a:rPr sz="1800" b="0">
                <a:solidFill>
                  <a:srgbClr val="183448"/>
                </a:solidFill>
                <a:latin typeface="Noto Sans KR"/>
                <a:ea typeface="Noto Sans KR"/>
                <a:cs typeface="Noto Sans KR"/>
              </a:rPr>
              <a:t>승인 도면·성적서·작업자료 조회</a:t>
            </a:r>
          </a:p>
        </p:txBody>
      </p:sp>
      <p:sp>
        <p:nvSpPr>
          <p:cNvPr id="21" name="text-20">
            <a:extLst xmlns:a="http://schemas.openxmlformats.org/drawingml/2006/main">
              <a:ext uri="{FF2B5EF4-FFF2-40B4-BE49-F238E27FC236}">
                <a16:creationId xmlns:a16="http://schemas.microsoft.com/office/drawing/2014/main" id="{33C343F9-588F-4514-A630-2E05EEA9D2F0}"/>
              </a:ext>
            </a:extLst>
          </p:cNvPr>
          <p:cNvSpPr>
            <a:spLocks xmlns:a="http://schemas.openxmlformats.org/drawingml/2006/main" noGrp="1"/>
          </p:cNvSpPr>
          <p:nvPr/>
        </p:nvSpPr>
        <p:spPr>
          <a:xfrm xmlns:a="http://schemas.openxmlformats.org/drawingml/2006/main">
            <a:off x="723900" y="5295900"/>
            <a:ext cx="10744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2025" b="1">
                <a:solidFill>
                  <a:srgbClr val="007F83"/>
                </a:solidFill>
                <a:latin typeface="Noto Sans KR"/>
                <a:ea typeface="Noto Sans KR"/>
                <a:cs typeface="Noto Sans KR"/>
              </a:defRPr>
            </a:defPPr>
            <a:lvl1pPr>
              <a:defRPr sz="2025" b="1">
                <a:solidFill>
                  <a:srgbClr val="007F83"/>
                </a:solidFill>
                <a:latin typeface="Noto Sans KR"/>
                <a:ea typeface="Noto Sans KR"/>
                <a:cs typeface="Noto Sans KR"/>
              </a:defRPr>
            </a:lvl1pPr>
            <a:lvl2pPr>
              <a:defRPr sz="2025" b="1">
                <a:solidFill>
                  <a:srgbClr val="007F83"/>
                </a:solidFill>
                <a:latin typeface="Noto Sans KR"/>
                <a:ea typeface="Noto Sans KR"/>
                <a:cs typeface="Noto Sans KR"/>
              </a:defRPr>
            </a:lvl2pPr>
            <a:lvl3pPr>
              <a:defRPr sz="2025" b="1">
                <a:solidFill>
                  <a:srgbClr val="007F83"/>
                </a:solidFill>
                <a:latin typeface="Noto Sans KR"/>
                <a:ea typeface="Noto Sans KR"/>
                <a:cs typeface="Noto Sans KR"/>
              </a:defRPr>
            </a:lvl3pPr>
            <a:lvl4pPr>
              <a:defRPr sz="2025" b="1">
                <a:solidFill>
                  <a:srgbClr val="007F83"/>
                </a:solidFill>
                <a:latin typeface="Noto Sans KR"/>
                <a:ea typeface="Noto Sans KR"/>
                <a:cs typeface="Noto Sans KR"/>
              </a:defRPr>
            </a:lvl4pPr>
            <a:lvl5pPr>
              <a:defRPr sz="2025" b="1">
                <a:solidFill>
                  <a:srgbClr val="007F83"/>
                </a:solidFill>
                <a:latin typeface="Noto Sans KR"/>
                <a:ea typeface="Noto Sans KR"/>
                <a:cs typeface="Noto Sans KR"/>
              </a:defRPr>
            </a:lvl5pPr>
            <a:lvl6pPr>
              <a:defRPr sz="2025" b="1">
                <a:solidFill>
                  <a:srgbClr val="007F83"/>
                </a:solidFill>
                <a:latin typeface="Noto Sans KR"/>
                <a:ea typeface="Noto Sans KR"/>
                <a:cs typeface="Noto Sans KR"/>
              </a:defRPr>
            </a:lvl6pPr>
            <a:lvl7pPr>
              <a:defRPr sz="2025" b="1">
                <a:solidFill>
                  <a:srgbClr val="007F83"/>
                </a:solidFill>
                <a:latin typeface="Noto Sans KR"/>
                <a:ea typeface="Noto Sans KR"/>
                <a:cs typeface="Noto Sans KR"/>
              </a:defRPr>
            </a:lvl7pPr>
            <a:lvl8pPr>
              <a:defRPr sz="2025" b="1">
                <a:solidFill>
                  <a:srgbClr val="007F83"/>
                </a:solidFill>
                <a:latin typeface="Noto Sans KR"/>
                <a:ea typeface="Noto Sans KR"/>
                <a:cs typeface="Noto Sans KR"/>
              </a:defRPr>
            </a:lvl8pPr>
            <a:lvl9pPr>
              <a:defRPr sz="2025" b="1">
                <a:solidFill>
                  <a:srgbClr val="007F83"/>
                </a:solidFill>
                <a:latin typeface="Noto Sans KR"/>
                <a:ea typeface="Noto Sans KR"/>
                <a:cs typeface="Noto Sans KR"/>
              </a:defRPr>
            </a:lvl9pPr>
          </a:lstStyle>
          <a:p xmlns:a="http://schemas.openxmlformats.org/drawingml/2006/main">
            <a:pPr>
              <a:defRPr sz="2025" b="1">
                <a:solidFill>
                  <a:srgbClr val="007F83"/>
                </a:solidFill>
                <a:latin typeface="Noto Sans KR"/>
                <a:ea typeface="Noto Sans KR"/>
                <a:cs typeface="Noto Sans KR"/>
              </a:defRPr>
            </a:pPr>
            <a:r>
              <a:rPr sz="2025" b="1">
                <a:solidFill>
                  <a:srgbClr val="007F83"/>
                </a:solidFill>
                <a:latin typeface="Noto Sans KR"/>
                <a:ea typeface="Noto Sans KR"/>
                <a:cs typeface="Noto Sans KR"/>
              </a:rPr>
              <a:t>AI 지원: 문서에서 항목 읽기 · 필요한 자료 찾기 · 보고 초안 만들기</a:t>
            </a:r>
          </a:p>
        </p:txBody>
      </p:sp>
      <p:sp>
        <p:nvSpPr>
          <p:cNvPr id="22" name="text-21">
            <a:extLst xmlns:a="http://schemas.openxmlformats.org/drawingml/2006/main">
              <a:ext uri="{FF2B5EF4-FFF2-40B4-BE49-F238E27FC236}">
                <a16:creationId xmlns:a16="http://schemas.microsoft.com/office/drawing/2014/main" id="{DB71D650-B24F-48E2-8ABA-957EFEF795A8}"/>
              </a:ext>
            </a:extLst>
          </p:cNvPr>
          <p:cNvSpPr>
            <a:spLocks xmlns:a="http://schemas.openxmlformats.org/drawingml/2006/main" noGrp="1"/>
          </p:cNvSpPr>
          <p:nvPr/>
        </p:nvSpPr>
        <p:spPr>
          <a:xfrm xmlns:a="http://schemas.openxmlformats.org/drawingml/2006/main">
            <a:off x="628650" y="5829300"/>
            <a:ext cx="10839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350" b="0">
                <a:solidFill>
                  <a:srgbClr val="607481"/>
                </a:solidFill>
                <a:latin typeface="Noto Sans KR"/>
                <a:ea typeface="Noto Sans KR"/>
                <a:cs typeface="Noto Sans KR"/>
              </a:defRPr>
            </a:defPPr>
            <a:lvl1pPr>
              <a:defRPr sz="1350" b="0">
                <a:solidFill>
                  <a:srgbClr val="607481"/>
                </a:solidFill>
                <a:latin typeface="Noto Sans KR"/>
                <a:ea typeface="Noto Sans KR"/>
                <a:cs typeface="Noto Sans KR"/>
              </a:defRPr>
            </a:lvl1pPr>
            <a:lvl2pPr>
              <a:defRPr sz="1350" b="0">
                <a:solidFill>
                  <a:srgbClr val="607481"/>
                </a:solidFill>
                <a:latin typeface="Noto Sans KR"/>
                <a:ea typeface="Noto Sans KR"/>
                <a:cs typeface="Noto Sans KR"/>
              </a:defRPr>
            </a:lvl2pPr>
            <a:lvl3pPr>
              <a:defRPr sz="1350" b="0">
                <a:solidFill>
                  <a:srgbClr val="607481"/>
                </a:solidFill>
                <a:latin typeface="Noto Sans KR"/>
                <a:ea typeface="Noto Sans KR"/>
                <a:cs typeface="Noto Sans KR"/>
              </a:defRPr>
            </a:lvl3pPr>
            <a:lvl4pPr>
              <a:defRPr sz="1350" b="0">
                <a:solidFill>
                  <a:srgbClr val="607481"/>
                </a:solidFill>
                <a:latin typeface="Noto Sans KR"/>
                <a:ea typeface="Noto Sans KR"/>
                <a:cs typeface="Noto Sans KR"/>
              </a:defRPr>
            </a:lvl4pPr>
            <a:lvl5pPr>
              <a:defRPr sz="1350" b="0">
                <a:solidFill>
                  <a:srgbClr val="607481"/>
                </a:solidFill>
                <a:latin typeface="Noto Sans KR"/>
                <a:ea typeface="Noto Sans KR"/>
                <a:cs typeface="Noto Sans KR"/>
              </a:defRPr>
            </a:lvl5pPr>
            <a:lvl6pPr>
              <a:defRPr sz="1350" b="0">
                <a:solidFill>
                  <a:srgbClr val="607481"/>
                </a:solidFill>
                <a:latin typeface="Noto Sans KR"/>
                <a:ea typeface="Noto Sans KR"/>
                <a:cs typeface="Noto Sans KR"/>
              </a:defRPr>
            </a:lvl6pPr>
            <a:lvl7pPr>
              <a:defRPr sz="1350" b="0">
                <a:solidFill>
                  <a:srgbClr val="607481"/>
                </a:solidFill>
                <a:latin typeface="Noto Sans KR"/>
                <a:ea typeface="Noto Sans KR"/>
                <a:cs typeface="Noto Sans KR"/>
              </a:defRPr>
            </a:lvl7pPr>
            <a:lvl8pPr>
              <a:defRPr sz="1350" b="0">
                <a:solidFill>
                  <a:srgbClr val="607481"/>
                </a:solidFill>
                <a:latin typeface="Noto Sans KR"/>
                <a:ea typeface="Noto Sans KR"/>
                <a:cs typeface="Noto Sans KR"/>
              </a:defRPr>
            </a:lvl8pPr>
            <a:lvl9pPr>
              <a:defRPr sz="1350" b="0">
                <a:solidFill>
                  <a:srgbClr val="607481"/>
                </a:solidFill>
                <a:latin typeface="Noto Sans KR"/>
                <a:ea typeface="Noto Sans KR"/>
                <a:cs typeface="Noto Sans KR"/>
              </a:defRPr>
            </a:lvl9pPr>
          </a:lstStyle>
          <a:p xmlns:a="http://schemas.openxmlformats.org/drawingml/2006/main">
            <a:pPr>
              <a:defRPr sz="1350" b="0">
                <a:solidFill>
                  <a:srgbClr val="607481"/>
                </a:solidFill>
                <a:latin typeface="Noto Sans KR"/>
                <a:ea typeface="Noto Sans KR"/>
                <a:cs typeface="Noto Sans KR"/>
              </a:defRPr>
            </a:pPr>
            <a:r>
              <a:rPr sz="1350" b="0">
                <a:solidFill>
                  <a:srgbClr val="607481"/>
                </a:solidFill>
                <a:latin typeface="Noto Sans KR"/>
                <a:ea typeface="Noto Sans KR"/>
                <a:cs typeface="Noto Sans KR"/>
              </a:rPr>
              <a:t>전체 현황판으로 진행을 공유. AI 결과는 담당자가 확인하며, 자료 접근·외부 전송 범위는 회사 기준에 따라 제한</a:t>
            </a:r>
          </a:p>
        </p:txBody>
      </p:sp>
      <p:sp>
        <p:nvSpPr>
          <p:cNvPr id="23" name="text-22">
            <a:extLst xmlns:a="http://schemas.openxmlformats.org/drawingml/2006/main">
              <a:ext uri="{FF2B5EF4-FFF2-40B4-BE49-F238E27FC236}">
                <a16:creationId xmlns:a16="http://schemas.microsoft.com/office/drawing/2014/main" id="{CE0F317D-7004-4F05-A9C1-58CA5AD96950}"/>
              </a:ext>
            </a:extLst>
          </p:cNvPr>
          <p:cNvSpPr>
            <a:spLocks xmlns:a="http://schemas.openxmlformats.org/drawingml/2006/main" noGrp="1"/>
          </p:cNvSpPr>
          <p:nvPr/>
        </p:nvSpPr>
        <p:spPr>
          <a:xfrm xmlns:a="http://schemas.openxmlformats.org/drawingml/2006/main">
            <a:off x="6810375" y="1238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275" b="1">
                <a:solidFill>
                  <a:srgbClr val="007F83"/>
                </a:solidFill>
                <a:latin typeface="Noto Sans KR"/>
                <a:ea typeface="Noto Sans KR"/>
                <a:cs typeface="Noto Sans KR"/>
              </a:defRPr>
            </a:defPPr>
            <a:lvl1pPr>
              <a:defRPr sz="1275" b="1">
                <a:solidFill>
                  <a:srgbClr val="007F83"/>
                </a:solidFill>
                <a:latin typeface="Noto Sans KR"/>
                <a:ea typeface="Noto Sans KR"/>
                <a:cs typeface="Noto Sans KR"/>
              </a:defRPr>
            </a:lvl1pPr>
            <a:lvl2pPr>
              <a:defRPr sz="1275" b="1">
                <a:solidFill>
                  <a:srgbClr val="007F83"/>
                </a:solidFill>
                <a:latin typeface="Noto Sans KR"/>
                <a:ea typeface="Noto Sans KR"/>
                <a:cs typeface="Noto Sans KR"/>
              </a:defRPr>
            </a:lvl2pPr>
            <a:lvl3pPr>
              <a:defRPr sz="1275" b="1">
                <a:solidFill>
                  <a:srgbClr val="007F83"/>
                </a:solidFill>
                <a:latin typeface="Noto Sans KR"/>
                <a:ea typeface="Noto Sans KR"/>
                <a:cs typeface="Noto Sans KR"/>
              </a:defRPr>
            </a:lvl3pPr>
            <a:lvl4pPr>
              <a:defRPr sz="1275" b="1">
                <a:solidFill>
                  <a:srgbClr val="007F83"/>
                </a:solidFill>
                <a:latin typeface="Noto Sans KR"/>
                <a:ea typeface="Noto Sans KR"/>
                <a:cs typeface="Noto Sans KR"/>
              </a:defRPr>
            </a:lvl4pPr>
            <a:lvl5pPr>
              <a:defRPr sz="1275" b="1">
                <a:solidFill>
                  <a:srgbClr val="007F83"/>
                </a:solidFill>
                <a:latin typeface="Noto Sans KR"/>
                <a:ea typeface="Noto Sans KR"/>
                <a:cs typeface="Noto Sans KR"/>
              </a:defRPr>
            </a:lvl5pPr>
            <a:lvl6pPr>
              <a:defRPr sz="1275" b="1">
                <a:solidFill>
                  <a:srgbClr val="007F83"/>
                </a:solidFill>
                <a:latin typeface="Noto Sans KR"/>
                <a:ea typeface="Noto Sans KR"/>
                <a:cs typeface="Noto Sans KR"/>
              </a:defRPr>
            </a:lvl6pPr>
            <a:lvl7pPr>
              <a:defRPr sz="1275" b="1">
                <a:solidFill>
                  <a:srgbClr val="007F83"/>
                </a:solidFill>
                <a:latin typeface="Noto Sans KR"/>
                <a:ea typeface="Noto Sans KR"/>
                <a:cs typeface="Noto Sans KR"/>
              </a:defRPr>
            </a:lvl7pPr>
            <a:lvl8pPr>
              <a:defRPr sz="1275" b="1">
                <a:solidFill>
                  <a:srgbClr val="007F83"/>
                </a:solidFill>
                <a:latin typeface="Noto Sans KR"/>
                <a:ea typeface="Noto Sans KR"/>
                <a:cs typeface="Noto Sans KR"/>
              </a:defRPr>
            </a:lvl8pPr>
            <a:lvl9pPr>
              <a:defRPr sz="1275" b="1">
                <a:solidFill>
                  <a:srgbClr val="007F83"/>
                </a:solidFill>
                <a:latin typeface="Noto Sans KR"/>
                <a:ea typeface="Noto Sans KR"/>
                <a:cs typeface="Noto Sans KR"/>
              </a:defRPr>
            </a:lvl9pPr>
          </a:lstStyle>
          <a:p xmlns:a="http://schemas.openxmlformats.org/drawingml/2006/main">
            <a:pPr>
              <a:defRPr sz="1275" b="1">
                <a:solidFill>
                  <a:srgbClr val="007F83"/>
                </a:solidFill>
                <a:latin typeface="Noto Sans KR"/>
                <a:ea typeface="Noto Sans KR"/>
                <a:cs typeface="Noto Sans KR"/>
              </a:defRPr>
            </a:pPr>
            <a:r>
              <a:rPr sz="1275" b="1">
                <a:solidFill>
                  <a:srgbClr val="007F83"/>
                </a:solidFill>
                <a:latin typeface="Noto Sans KR"/>
                <a:ea typeface="Noto Sans KR"/>
                <a:cs typeface="Noto Sans KR"/>
              </a:rPr>
              <a:t>만들 프로그램</a:t>
            </a:r>
          </a:p>
        </p:txBody>
      </p:sp>
      <p:sp>
        <p:nvSpPr>
          <p:cNvPr id="24" name="text-23">
            <a:extLst xmlns:a="http://schemas.openxmlformats.org/drawingml/2006/main">
              <a:ext uri="{FF2B5EF4-FFF2-40B4-BE49-F238E27FC236}">
                <a16:creationId xmlns:a16="http://schemas.microsoft.com/office/drawing/2014/main" id="{516CEB39-4FBA-4305-80D8-B10B0B4DE462}"/>
              </a:ext>
            </a:extLst>
          </p:cNvPr>
          <p:cNvSpPr>
            <a:spLocks xmlns:a="http://schemas.openxmlformats.org/drawingml/2006/main" noGrp="1"/>
          </p:cNvSpPr>
          <p:nvPr/>
        </p:nvSpPr>
        <p:spPr>
          <a:xfrm xmlns:a="http://schemas.openxmlformats.org/drawingml/2006/main">
            <a:off x="10382250" y="123825"/>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275" b="0">
                <a:solidFill>
                  <a:srgbClr val="607481"/>
                </a:solidFill>
                <a:latin typeface="Noto Sans KR"/>
                <a:ea typeface="Noto Sans KR"/>
                <a:cs typeface="Noto Sans KR"/>
              </a:defRPr>
            </a:defPPr>
            <a:lvl1pPr>
              <a:defRPr sz="1275" b="0">
                <a:solidFill>
                  <a:srgbClr val="607481"/>
                </a:solidFill>
                <a:latin typeface="Noto Sans KR"/>
                <a:ea typeface="Noto Sans KR"/>
                <a:cs typeface="Noto Sans KR"/>
              </a:defRPr>
            </a:lvl1pPr>
            <a:lvl2pPr>
              <a:defRPr sz="1275" b="0">
                <a:solidFill>
                  <a:srgbClr val="607481"/>
                </a:solidFill>
                <a:latin typeface="Noto Sans KR"/>
                <a:ea typeface="Noto Sans KR"/>
                <a:cs typeface="Noto Sans KR"/>
              </a:defRPr>
            </a:lvl2pPr>
            <a:lvl3pPr>
              <a:defRPr sz="1275" b="0">
                <a:solidFill>
                  <a:srgbClr val="607481"/>
                </a:solidFill>
                <a:latin typeface="Noto Sans KR"/>
                <a:ea typeface="Noto Sans KR"/>
                <a:cs typeface="Noto Sans KR"/>
              </a:defRPr>
            </a:lvl3pPr>
            <a:lvl4pPr>
              <a:defRPr sz="1275" b="0">
                <a:solidFill>
                  <a:srgbClr val="607481"/>
                </a:solidFill>
                <a:latin typeface="Noto Sans KR"/>
                <a:ea typeface="Noto Sans KR"/>
                <a:cs typeface="Noto Sans KR"/>
              </a:defRPr>
            </a:lvl4pPr>
            <a:lvl5pPr>
              <a:defRPr sz="1275" b="0">
                <a:solidFill>
                  <a:srgbClr val="607481"/>
                </a:solidFill>
                <a:latin typeface="Noto Sans KR"/>
                <a:ea typeface="Noto Sans KR"/>
                <a:cs typeface="Noto Sans KR"/>
              </a:defRPr>
            </a:lvl5pPr>
            <a:lvl6pPr>
              <a:defRPr sz="1275" b="0">
                <a:solidFill>
                  <a:srgbClr val="607481"/>
                </a:solidFill>
                <a:latin typeface="Noto Sans KR"/>
                <a:ea typeface="Noto Sans KR"/>
                <a:cs typeface="Noto Sans KR"/>
              </a:defRPr>
            </a:lvl6pPr>
            <a:lvl7pPr>
              <a:defRPr sz="1275" b="0">
                <a:solidFill>
                  <a:srgbClr val="607481"/>
                </a:solidFill>
                <a:latin typeface="Noto Sans KR"/>
                <a:ea typeface="Noto Sans KR"/>
                <a:cs typeface="Noto Sans KR"/>
              </a:defRPr>
            </a:lvl7pPr>
            <a:lvl8pPr>
              <a:defRPr sz="1275" b="0">
                <a:solidFill>
                  <a:srgbClr val="607481"/>
                </a:solidFill>
                <a:latin typeface="Noto Sans KR"/>
                <a:ea typeface="Noto Sans KR"/>
                <a:cs typeface="Noto Sans KR"/>
              </a:defRPr>
            </a:lvl8pPr>
            <a:lvl9pPr>
              <a:defRPr sz="1275" b="0">
                <a:solidFill>
                  <a:srgbClr val="607481"/>
                </a:solidFill>
                <a:latin typeface="Noto Sans KR"/>
                <a:ea typeface="Noto Sans KR"/>
                <a:cs typeface="Noto Sans KR"/>
              </a:defRPr>
            </a:lvl9pPr>
          </a:lstStyle>
          <a:p xmlns:a="http://schemas.openxmlformats.org/drawingml/2006/main">
            <a:pPr>
              <a:defRPr sz="1275" b="0">
                <a:solidFill>
                  <a:srgbClr val="607481"/>
                </a:solidFill>
                <a:latin typeface="Noto Sans KR"/>
                <a:ea typeface="Noto Sans KR"/>
                <a:cs typeface="Noto Sans KR"/>
              </a:defRPr>
            </a:pPr>
            <a:r>
              <a:rPr sz="1275" b="0">
                <a:solidFill>
                  <a:srgbClr val="607481"/>
                </a:solidFill>
                <a:latin typeface="Noto Sans KR"/>
                <a:ea typeface="Noto Sans KR"/>
                <a:cs typeface="Noto Sans KR"/>
              </a:rPr>
              <a:t>2 / 11쪽</a:t>
            </a:r>
          </a:p>
        </p:txBody>
      </p:sp>
    </p:spTree>
    <p:extLst>
      <p:ext uri="{BB962C8B-B14F-4D97-AF65-F5344CB8AC3E}">
        <p14:creationId xmlns:p14="http://schemas.microsoft.com/office/powerpoint/2010/main" val="137387022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4A1DE98B-9A53-4D8D-A101-D9FE2EC19450}"/>
              </a:ext>
            </a:extLst>
          </p:cNvPr>
          <p:cNvSpPr>
            <a:spLocks xmlns:a="http://schemas.openxmlformats.org/drawingml/2006/main" noGrp="1"/>
          </p:cNvSpPr>
          <p:nvPr/>
        </p:nvSpPr>
        <p:spPr>
          <a:xfrm xmlns:a="http://schemas.openxmlformats.org/drawingml/2006/main">
            <a:off x="609600" y="428625"/>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3000" b="1">
                <a:solidFill>
                  <a:srgbClr val="102B40"/>
                </a:solidFill>
                <a:latin typeface="Noto Sans KR"/>
                <a:ea typeface="Noto Sans KR"/>
                <a:cs typeface="Noto Sans KR"/>
              </a:defRPr>
            </a:defPPr>
            <a:lvl1pPr>
              <a:defRPr sz="3000" b="1">
                <a:solidFill>
                  <a:srgbClr val="102B40"/>
                </a:solidFill>
                <a:latin typeface="Noto Sans KR"/>
                <a:ea typeface="Noto Sans KR"/>
                <a:cs typeface="Noto Sans KR"/>
              </a:defRPr>
            </a:lvl1pPr>
            <a:lvl2pPr>
              <a:defRPr sz="3000" b="1">
                <a:solidFill>
                  <a:srgbClr val="102B40"/>
                </a:solidFill>
                <a:latin typeface="Noto Sans KR"/>
                <a:ea typeface="Noto Sans KR"/>
                <a:cs typeface="Noto Sans KR"/>
              </a:defRPr>
            </a:lvl2pPr>
            <a:lvl3pPr>
              <a:defRPr sz="3000" b="1">
                <a:solidFill>
                  <a:srgbClr val="102B40"/>
                </a:solidFill>
                <a:latin typeface="Noto Sans KR"/>
                <a:ea typeface="Noto Sans KR"/>
                <a:cs typeface="Noto Sans KR"/>
              </a:defRPr>
            </a:lvl3pPr>
            <a:lvl4pPr>
              <a:defRPr sz="3000" b="1">
                <a:solidFill>
                  <a:srgbClr val="102B40"/>
                </a:solidFill>
                <a:latin typeface="Noto Sans KR"/>
                <a:ea typeface="Noto Sans KR"/>
                <a:cs typeface="Noto Sans KR"/>
              </a:defRPr>
            </a:lvl4pPr>
            <a:lvl5pPr>
              <a:defRPr sz="3000" b="1">
                <a:solidFill>
                  <a:srgbClr val="102B40"/>
                </a:solidFill>
                <a:latin typeface="Noto Sans KR"/>
                <a:ea typeface="Noto Sans KR"/>
                <a:cs typeface="Noto Sans KR"/>
              </a:defRPr>
            </a:lvl5pPr>
            <a:lvl6pPr>
              <a:defRPr sz="3000" b="1">
                <a:solidFill>
                  <a:srgbClr val="102B40"/>
                </a:solidFill>
                <a:latin typeface="Noto Sans KR"/>
                <a:ea typeface="Noto Sans KR"/>
                <a:cs typeface="Noto Sans KR"/>
              </a:defRPr>
            </a:lvl6pPr>
            <a:lvl7pPr>
              <a:defRPr sz="3000" b="1">
                <a:solidFill>
                  <a:srgbClr val="102B40"/>
                </a:solidFill>
                <a:latin typeface="Noto Sans KR"/>
                <a:ea typeface="Noto Sans KR"/>
                <a:cs typeface="Noto Sans KR"/>
              </a:defRPr>
            </a:lvl7pPr>
            <a:lvl8pPr>
              <a:defRPr sz="3000" b="1">
                <a:solidFill>
                  <a:srgbClr val="102B40"/>
                </a:solidFill>
                <a:latin typeface="Noto Sans KR"/>
                <a:ea typeface="Noto Sans KR"/>
                <a:cs typeface="Noto Sans KR"/>
              </a:defRPr>
            </a:lvl8pPr>
            <a:lvl9pPr>
              <a:defRPr sz="3000" b="1">
                <a:solidFill>
                  <a:srgbClr val="102B40"/>
                </a:solidFill>
                <a:latin typeface="Noto Sans KR"/>
                <a:ea typeface="Noto Sans KR"/>
                <a:cs typeface="Noto Sans KR"/>
              </a:defRPr>
            </a:lvl9pPr>
          </a:lstStyle>
          <a:p xmlns:a="http://schemas.openxmlformats.org/drawingml/2006/main">
            <a:pPr>
              <a:defRPr sz="3000" b="1">
                <a:solidFill>
                  <a:srgbClr val="102B40"/>
                </a:solidFill>
                <a:latin typeface="Noto Sans KR"/>
                <a:ea typeface="Noto Sans KR"/>
                <a:cs typeface="Noto Sans KR"/>
              </a:defRPr>
            </a:pPr>
            <a:r>
              <a:rPr sz="3000" b="1">
                <a:solidFill>
                  <a:srgbClr val="102B40"/>
                </a:solidFill>
                <a:latin typeface="Noto Sans KR"/>
                <a:ea typeface="Noto Sans KR"/>
                <a:cs typeface="Noto Sans KR"/>
              </a:rPr>
              <a:t>각자 맡은 일은 잘하고 있습니다</a:t>
            </a:r>
          </a:p>
        </p:txBody>
      </p:sp>
      <p:sp>
        <p:nvSpPr>
          <p:cNvPr id="2" name="text-1">
            <a:extLst xmlns:a="http://schemas.openxmlformats.org/drawingml/2006/main">
              <a:ext uri="{FF2B5EF4-FFF2-40B4-BE49-F238E27FC236}">
                <a16:creationId xmlns:a16="http://schemas.microsoft.com/office/drawing/2014/main" id="{FAAC8B91-0E17-4E63-AAE0-0FD343654FB1}"/>
              </a:ext>
            </a:extLst>
          </p:cNvPr>
          <p:cNvSpPr>
            <a:spLocks xmlns:a="http://schemas.openxmlformats.org/drawingml/2006/main" noGrp="1"/>
          </p:cNvSpPr>
          <p:nvPr/>
        </p:nvSpPr>
        <p:spPr>
          <a:xfrm xmlns:a="http://schemas.openxmlformats.org/drawingml/2006/main">
            <a:off x="628650" y="1133475"/>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650" b="0">
                <a:solidFill>
                  <a:srgbClr val="607481"/>
                </a:solidFill>
                <a:latin typeface="Noto Sans KR"/>
                <a:ea typeface="Noto Sans KR"/>
                <a:cs typeface="Noto Sans KR"/>
              </a:defRPr>
            </a:defPPr>
            <a:lvl1pPr>
              <a:defRPr sz="1650" b="0">
                <a:solidFill>
                  <a:srgbClr val="607481"/>
                </a:solidFill>
                <a:latin typeface="Noto Sans KR"/>
                <a:ea typeface="Noto Sans KR"/>
                <a:cs typeface="Noto Sans KR"/>
              </a:defRPr>
            </a:lvl1pPr>
            <a:lvl2pPr>
              <a:defRPr sz="1650" b="0">
                <a:solidFill>
                  <a:srgbClr val="607481"/>
                </a:solidFill>
                <a:latin typeface="Noto Sans KR"/>
                <a:ea typeface="Noto Sans KR"/>
                <a:cs typeface="Noto Sans KR"/>
              </a:defRPr>
            </a:lvl2pPr>
            <a:lvl3pPr>
              <a:defRPr sz="1650" b="0">
                <a:solidFill>
                  <a:srgbClr val="607481"/>
                </a:solidFill>
                <a:latin typeface="Noto Sans KR"/>
                <a:ea typeface="Noto Sans KR"/>
                <a:cs typeface="Noto Sans KR"/>
              </a:defRPr>
            </a:lvl3pPr>
            <a:lvl4pPr>
              <a:defRPr sz="1650" b="0">
                <a:solidFill>
                  <a:srgbClr val="607481"/>
                </a:solidFill>
                <a:latin typeface="Noto Sans KR"/>
                <a:ea typeface="Noto Sans KR"/>
                <a:cs typeface="Noto Sans KR"/>
              </a:defRPr>
            </a:lvl4pPr>
            <a:lvl5pPr>
              <a:defRPr sz="1650" b="0">
                <a:solidFill>
                  <a:srgbClr val="607481"/>
                </a:solidFill>
                <a:latin typeface="Noto Sans KR"/>
                <a:ea typeface="Noto Sans KR"/>
                <a:cs typeface="Noto Sans KR"/>
              </a:defRPr>
            </a:lvl5pPr>
            <a:lvl6pPr>
              <a:defRPr sz="1650" b="0">
                <a:solidFill>
                  <a:srgbClr val="607481"/>
                </a:solidFill>
                <a:latin typeface="Noto Sans KR"/>
                <a:ea typeface="Noto Sans KR"/>
                <a:cs typeface="Noto Sans KR"/>
              </a:defRPr>
            </a:lvl6pPr>
            <a:lvl7pPr>
              <a:defRPr sz="1650" b="0">
                <a:solidFill>
                  <a:srgbClr val="607481"/>
                </a:solidFill>
                <a:latin typeface="Noto Sans KR"/>
                <a:ea typeface="Noto Sans KR"/>
                <a:cs typeface="Noto Sans KR"/>
              </a:defRPr>
            </a:lvl7pPr>
            <a:lvl8pPr>
              <a:defRPr sz="1650" b="0">
                <a:solidFill>
                  <a:srgbClr val="607481"/>
                </a:solidFill>
                <a:latin typeface="Noto Sans KR"/>
                <a:ea typeface="Noto Sans KR"/>
                <a:cs typeface="Noto Sans KR"/>
              </a:defRPr>
            </a:lvl8pPr>
            <a:lvl9pPr>
              <a:defRPr sz="1650" b="0">
                <a:solidFill>
                  <a:srgbClr val="607481"/>
                </a:solidFill>
                <a:latin typeface="Noto Sans KR"/>
                <a:ea typeface="Noto Sans KR"/>
                <a:cs typeface="Noto Sans KR"/>
              </a:defRPr>
            </a:lvl9pPr>
          </a:lstStyle>
          <a:p xmlns:a="http://schemas.openxmlformats.org/drawingml/2006/main">
            <a:pPr>
              <a:defRPr sz="1650" b="0">
                <a:solidFill>
                  <a:srgbClr val="607481"/>
                </a:solidFill>
                <a:latin typeface="Noto Sans KR"/>
                <a:ea typeface="Noto Sans KR"/>
                <a:cs typeface="Noto Sans KR"/>
              </a:defRPr>
            </a:pPr>
            <a:r>
              <a:rPr sz="1650" b="0">
                <a:solidFill>
                  <a:srgbClr val="607481"/>
                </a:solidFill>
                <a:latin typeface="Noto Sans KR"/>
                <a:ea typeface="Noto Sans KR"/>
                <a:cs typeface="Noto Sans KR"/>
              </a:rPr>
              <a:t>다만, 전체 진행 상황을 알려면 담당자에게 하나씩 확인해야 합니다</a:t>
            </a:r>
          </a:p>
        </p:txBody>
      </p:sp>
      <p:sp>
        <p:nvSpPr>
          <p:cNvPr id="3" name="">
            <a:extLst xmlns:a="http://schemas.openxmlformats.org/drawingml/2006/main">
              <a:ext uri="{FF2B5EF4-FFF2-40B4-BE49-F238E27FC236}">
                <a16:creationId xmlns:a16="http://schemas.microsoft.com/office/drawing/2014/main" id="{BDFF0AE7-8F34-49FE-B316-1EE0DE74CDAF}"/>
              </a:ext>
            </a:extLst>
          </p:cNvPr>
          <p:cNvSpPr>
            <a:spLocks xmlns:a="http://schemas.openxmlformats.org/drawingml/2006/main" noGrp="1"/>
          </p:cNvSpPr>
          <p:nvPr/>
        </p:nvSpPr>
        <p:spPr>
          <a:xfrm xmlns:a="http://schemas.openxmlformats.org/drawingml/2006/main">
            <a:off x="723900" y="2019300"/>
            <a:ext cx="3238500" cy="666750"/>
          </a:xfrm>
          <a:prstGeom xmlns:a="http://schemas.openxmlformats.org/drawingml/2006/main" prst="rect">
            <a:avLst/>
          </a:prstGeom>
          <a:solidFill xmlns:a="http://schemas.openxmlformats.org/drawingml/2006/main">
            <a:srgbClr val="102B40"/>
          </a:solidFill>
          <a:ln xmlns:a="http://schemas.openxmlformats.org/drawingml/2006/main" w="0">
            <a:noFill/>
            <a:prstDash val="solid"/>
          </a:ln>
        </p:spPr>
      </p:sp>
      <p:sp>
        <p:nvSpPr>
          <p:cNvPr id="4" name="text-3">
            <a:extLst xmlns:a="http://schemas.openxmlformats.org/drawingml/2006/main">
              <a:ext uri="{FF2B5EF4-FFF2-40B4-BE49-F238E27FC236}">
                <a16:creationId xmlns:a16="http://schemas.microsoft.com/office/drawing/2014/main" id="{A52F2290-1CC6-4E77-A33B-7DEDD81936ED}"/>
              </a:ext>
            </a:extLst>
          </p:cNvPr>
          <p:cNvSpPr>
            <a:spLocks xmlns:a="http://schemas.openxmlformats.org/drawingml/2006/main" noGrp="1"/>
          </p:cNvSpPr>
          <p:nvPr/>
        </p:nvSpPr>
        <p:spPr>
          <a:xfrm xmlns:a="http://schemas.openxmlformats.org/drawingml/2006/main">
            <a:off x="876300" y="2095500"/>
            <a:ext cx="2933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725" b="1">
                <a:solidFill>
                  <a:srgbClr val="FFFFFF"/>
                </a:solidFill>
                <a:latin typeface="Noto Sans KR"/>
                <a:ea typeface="Noto Sans KR"/>
                <a:cs typeface="Noto Sans KR"/>
              </a:defRPr>
            </a:defPPr>
            <a:lvl1pPr>
              <a:defRPr sz="1725" b="1">
                <a:solidFill>
                  <a:srgbClr val="FFFFFF"/>
                </a:solidFill>
                <a:latin typeface="Noto Sans KR"/>
                <a:ea typeface="Noto Sans KR"/>
                <a:cs typeface="Noto Sans KR"/>
              </a:defRPr>
            </a:lvl1pPr>
            <a:lvl2pPr>
              <a:defRPr sz="1725" b="1">
                <a:solidFill>
                  <a:srgbClr val="FFFFFF"/>
                </a:solidFill>
                <a:latin typeface="Noto Sans KR"/>
                <a:ea typeface="Noto Sans KR"/>
                <a:cs typeface="Noto Sans KR"/>
              </a:defRPr>
            </a:lvl2pPr>
            <a:lvl3pPr>
              <a:defRPr sz="1725" b="1">
                <a:solidFill>
                  <a:srgbClr val="FFFFFF"/>
                </a:solidFill>
                <a:latin typeface="Noto Sans KR"/>
                <a:ea typeface="Noto Sans KR"/>
                <a:cs typeface="Noto Sans KR"/>
              </a:defRPr>
            </a:lvl3pPr>
            <a:lvl4pPr>
              <a:defRPr sz="1725" b="1">
                <a:solidFill>
                  <a:srgbClr val="FFFFFF"/>
                </a:solidFill>
                <a:latin typeface="Noto Sans KR"/>
                <a:ea typeface="Noto Sans KR"/>
                <a:cs typeface="Noto Sans KR"/>
              </a:defRPr>
            </a:lvl4pPr>
            <a:lvl5pPr>
              <a:defRPr sz="1725" b="1">
                <a:solidFill>
                  <a:srgbClr val="FFFFFF"/>
                </a:solidFill>
                <a:latin typeface="Noto Sans KR"/>
                <a:ea typeface="Noto Sans KR"/>
                <a:cs typeface="Noto Sans KR"/>
              </a:defRPr>
            </a:lvl5pPr>
            <a:lvl6pPr>
              <a:defRPr sz="1725" b="1">
                <a:solidFill>
                  <a:srgbClr val="FFFFFF"/>
                </a:solidFill>
                <a:latin typeface="Noto Sans KR"/>
                <a:ea typeface="Noto Sans KR"/>
                <a:cs typeface="Noto Sans KR"/>
              </a:defRPr>
            </a:lvl6pPr>
            <a:lvl7pPr>
              <a:defRPr sz="1725" b="1">
                <a:solidFill>
                  <a:srgbClr val="FFFFFF"/>
                </a:solidFill>
                <a:latin typeface="Noto Sans KR"/>
                <a:ea typeface="Noto Sans KR"/>
                <a:cs typeface="Noto Sans KR"/>
              </a:defRPr>
            </a:lvl7pPr>
            <a:lvl8pPr>
              <a:defRPr sz="1725" b="1">
                <a:solidFill>
                  <a:srgbClr val="FFFFFF"/>
                </a:solidFill>
                <a:latin typeface="Noto Sans KR"/>
                <a:ea typeface="Noto Sans KR"/>
                <a:cs typeface="Noto Sans KR"/>
              </a:defRPr>
            </a:lvl8pPr>
            <a:lvl9pPr>
              <a:defRPr sz="1725" b="1">
                <a:solidFill>
                  <a:srgbClr val="FFFFFF"/>
                </a:solidFill>
                <a:latin typeface="Noto Sans KR"/>
                <a:ea typeface="Noto Sans KR"/>
                <a:cs typeface="Noto Sans KR"/>
              </a:defRPr>
            </a:lvl9pPr>
          </a:lstStyle>
          <a:p xmlns:a="http://schemas.openxmlformats.org/drawingml/2006/main">
            <a:pPr>
              <a:defRPr sz="1725" b="1">
                <a:solidFill>
                  <a:srgbClr val="FFFFFF"/>
                </a:solidFill>
                <a:latin typeface="Noto Sans KR"/>
                <a:ea typeface="Noto Sans KR"/>
                <a:cs typeface="Noto Sans KR"/>
              </a:defRPr>
            </a:pPr>
            <a:r>
              <a:rPr sz="1725" b="1">
                <a:solidFill>
                  <a:srgbClr val="FFFFFF"/>
                </a:solidFill>
                <a:latin typeface="Noto Sans KR"/>
                <a:ea typeface="Noto Sans KR"/>
                <a:cs typeface="Noto Sans KR"/>
              </a:rPr>
              <a:t>구매 담당</a:t>
            </a:r>
          </a:p>
        </p:txBody>
      </p:sp>
      <p:sp>
        <p:nvSpPr>
          <p:cNvPr id="5" name="">
            <a:extLst xmlns:a="http://schemas.openxmlformats.org/drawingml/2006/main">
              <a:ext uri="{FF2B5EF4-FFF2-40B4-BE49-F238E27FC236}">
                <a16:creationId xmlns:a16="http://schemas.microsoft.com/office/drawing/2014/main" id="{4E37B451-B8FD-42EB-B78B-17538C23DB66}"/>
              </a:ext>
            </a:extLst>
          </p:cNvPr>
          <p:cNvSpPr>
            <a:spLocks xmlns:a="http://schemas.openxmlformats.org/drawingml/2006/main" noGrp="1"/>
          </p:cNvSpPr>
          <p:nvPr/>
        </p:nvSpPr>
        <p:spPr>
          <a:xfrm xmlns:a="http://schemas.openxmlformats.org/drawingml/2006/main">
            <a:off x="4476750" y="2019300"/>
            <a:ext cx="3238500" cy="666750"/>
          </a:xfrm>
          <a:prstGeom xmlns:a="http://schemas.openxmlformats.org/drawingml/2006/main" prst="rect">
            <a:avLst/>
          </a:prstGeom>
          <a:solidFill xmlns:a="http://schemas.openxmlformats.org/drawingml/2006/main">
            <a:srgbClr val="102B40"/>
          </a:solidFill>
          <a:ln xmlns:a="http://schemas.openxmlformats.org/drawingml/2006/main" w="0">
            <a:noFill/>
            <a:prstDash val="solid"/>
          </a:ln>
        </p:spPr>
      </p:sp>
      <p:sp>
        <p:nvSpPr>
          <p:cNvPr id="6" name="text-5">
            <a:extLst xmlns:a="http://schemas.openxmlformats.org/drawingml/2006/main">
              <a:ext uri="{FF2B5EF4-FFF2-40B4-BE49-F238E27FC236}">
                <a16:creationId xmlns:a16="http://schemas.microsoft.com/office/drawing/2014/main" id="{88C08153-15F4-43ED-9825-89E0158435AB}"/>
              </a:ext>
            </a:extLst>
          </p:cNvPr>
          <p:cNvSpPr>
            <a:spLocks xmlns:a="http://schemas.openxmlformats.org/drawingml/2006/main" noGrp="1"/>
          </p:cNvSpPr>
          <p:nvPr/>
        </p:nvSpPr>
        <p:spPr>
          <a:xfrm xmlns:a="http://schemas.openxmlformats.org/drawingml/2006/main">
            <a:off x="4629150" y="2095500"/>
            <a:ext cx="2933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725" b="1">
                <a:solidFill>
                  <a:srgbClr val="FFFFFF"/>
                </a:solidFill>
                <a:latin typeface="Noto Sans KR"/>
                <a:ea typeface="Noto Sans KR"/>
                <a:cs typeface="Noto Sans KR"/>
              </a:defRPr>
            </a:defPPr>
            <a:lvl1pPr>
              <a:defRPr sz="1725" b="1">
                <a:solidFill>
                  <a:srgbClr val="FFFFFF"/>
                </a:solidFill>
                <a:latin typeface="Noto Sans KR"/>
                <a:ea typeface="Noto Sans KR"/>
                <a:cs typeface="Noto Sans KR"/>
              </a:defRPr>
            </a:lvl1pPr>
            <a:lvl2pPr>
              <a:defRPr sz="1725" b="1">
                <a:solidFill>
                  <a:srgbClr val="FFFFFF"/>
                </a:solidFill>
                <a:latin typeface="Noto Sans KR"/>
                <a:ea typeface="Noto Sans KR"/>
                <a:cs typeface="Noto Sans KR"/>
              </a:defRPr>
            </a:lvl2pPr>
            <a:lvl3pPr>
              <a:defRPr sz="1725" b="1">
                <a:solidFill>
                  <a:srgbClr val="FFFFFF"/>
                </a:solidFill>
                <a:latin typeface="Noto Sans KR"/>
                <a:ea typeface="Noto Sans KR"/>
                <a:cs typeface="Noto Sans KR"/>
              </a:defRPr>
            </a:lvl3pPr>
            <a:lvl4pPr>
              <a:defRPr sz="1725" b="1">
                <a:solidFill>
                  <a:srgbClr val="FFFFFF"/>
                </a:solidFill>
                <a:latin typeface="Noto Sans KR"/>
                <a:ea typeface="Noto Sans KR"/>
                <a:cs typeface="Noto Sans KR"/>
              </a:defRPr>
            </a:lvl4pPr>
            <a:lvl5pPr>
              <a:defRPr sz="1725" b="1">
                <a:solidFill>
                  <a:srgbClr val="FFFFFF"/>
                </a:solidFill>
                <a:latin typeface="Noto Sans KR"/>
                <a:ea typeface="Noto Sans KR"/>
                <a:cs typeface="Noto Sans KR"/>
              </a:defRPr>
            </a:lvl5pPr>
            <a:lvl6pPr>
              <a:defRPr sz="1725" b="1">
                <a:solidFill>
                  <a:srgbClr val="FFFFFF"/>
                </a:solidFill>
                <a:latin typeface="Noto Sans KR"/>
                <a:ea typeface="Noto Sans KR"/>
                <a:cs typeface="Noto Sans KR"/>
              </a:defRPr>
            </a:lvl6pPr>
            <a:lvl7pPr>
              <a:defRPr sz="1725" b="1">
                <a:solidFill>
                  <a:srgbClr val="FFFFFF"/>
                </a:solidFill>
                <a:latin typeface="Noto Sans KR"/>
                <a:ea typeface="Noto Sans KR"/>
                <a:cs typeface="Noto Sans KR"/>
              </a:defRPr>
            </a:lvl7pPr>
            <a:lvl8pPr>
              <a:defRPr sz="1725" b="1">
                <a:solidFill>
                  <a:srgbClr val="FFFFFF"/>
                </a:solidFill>
                <a:latin typeface="Noto Sans KR"/>
                <a:ea typeface="Noto Sans KR"/>
                <a:cs typeface="Noto Sans KR"/>
              </a:defRPr>
            </a:lvl8pPr>
            <a:lvl9pPr>
              <a:defRPr sz="1725" b="1">
                <a:solidFill>
                  <a:srgbClr val="FFFFFF"/>
                </a:solidFill>
                <a:latin typeface="Noto Sans KR"/>
                <a:ea typeface="Noto Sans KR"/>
                <a:cs typeface="Noto Sans KR"/>
              </a:defRPr>
            </a:lvl9pPr>
          </a:lstStyle>
          <a:p xmlns:a="http://schemas.openxmlformats.org/drawingml/2006/main">
            <a:pPr>
              <a:defRPr sz="1725" b="1">
                <a:solidFill>
                  <a:srgbClr val="FFFFFF"/>
                </a:solidFill>
                <a:latin typeface="Noto Sans KR"/>
                <a:ea typeface="Noto Sans KR"/>
                <a:cs typeface="Noto Sans KR"/>
              </a:defRPr>
            </a:pPr>
            <a:r>
              <a:rPr sz="1725" b="1">
                <a:solidFill>
                  <a:srgbClr val="FFFFFF"/>
                </a:solidFill>
                <a:latin typeface="Noto Sans KR"/>
                <a:ea typeface="Noto Sans KR"/>
                <a:cs typeface="Noto Sans KR"/>
              </a:rPr>
              <a:t>생산 담당</a:t>
            </a:r>
          </a:p>
        </p:txBody>
      </p:sp>
      <p:sp>
        <p:nvSpPr>
          <p:cNvPr id="7" name="">
            <a:extLst xmlns:a="http://schemas.openxmlformats.org/drawingml/2006/main">
              <a:ext uri="{FF2B5EF4-FFF2-40B4-BE49-F238E27FC236}">
                <a16:creationId xmlns:a16="http://schemas.microsoft.com/office/drawing/2014/main" id="{75FFBDD7-6793-4848-9DFD-45DA0EFFF270}"/>
              </a:ext>
            </a:extLst>
          </p:cNvPr>
          <p:cNvSpPr>
            <a:spLocks xmlns:a="http://schemas.openxmlformats.org/drawingml/2006/main" noGrp="1"/>
          </p:cNvSpPr>
          <p:nvPr/>
        </p:nvSpPr>
        <p:spPr>
          <a:xfrm xmlns:a="http://schemas.openxmlformats.org/drawingml/2006/main">
            <a:off x="8229600" y="2019300"/>
            <a:ext cx="3238500" cy="666750"/>
          </a:xfrm>
          <a:prstGeom xmlns:a="http://schemas.openxmlformats.org/drawingml/2006/main" prst="rect">
            <a:avLst/>
          </a:prstGeom>
          <a:solidFill xmlns:a="http://schemas.openxmlformats.org/drawingml/2006/main">
            <a:srgbClr val="102B40"/>
          </a:solidFill>
          <a:ln xmlns:a="http://schemas.openxmlformats.org/drawingml/2006/main" w="0">
            <a:noFill/>
            <a:prstDash val="solid"/>
          </a:ln>
        </p:spPr>
      </p:sp>
      <p:sp>
        <p:nvSpPr>
          <p:cNvPr id="8" name="text-7">
            <a:extLst xmlns:a="http://schemas.openxmlformats.org/drawingml/2006/main">
              <a:ext uri="{FF2B5EF4-FFF2-40B4-BE49-F238E27FC236}">
                <a16:creationId xmlns:a16="http://schemas.microsoft.com/office/drawing/2014/main" id="{3E9B3062-173D-486F-AEA9-F3DBBB372B1B}"/>
              </a:ext>
            </a:extLst>
          </p:cNvPr>
          <p:cNvSpPr>
            <a:spLocks xmlns:a="http://schemas.openxmlformats.org/drawingml/2006/main" noGrp="1"/>
          </p:cNvSpPr>
          <p:nvPr/>
        </p:nvSpPr>
        <p:spPr>
          <a:xfrm xmlns:a="http://schemas.openxmlformats.org/drawingml/2006/main">
            <a:off x="8382000" y="2095500"/>
            <a:ext cx="2933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725" b="1">
                <a:solidFill>
                  <a:srgbClr val="FFFFFF"/>
                </a:solidFill>
                <a:latin typeface="Noto Sans KR"/>
                <a:ea typeface="Noto Sans KR"/>
                <a:cs typeface="Noto Sans KR"/>
              </a:defRPr>
            </a:defPPr>
            <a:lvl1pPr>
              <a:defRPr sz="1725" b="1">
                <a:solidFill>
                  <a:srgbClr val="FFFFFF"/>
                </a:solidFill>
                <a:latin typeface="Noto Sans KR"/>
                <a:ea typeface="Noto Sans KR"/>
                <a:cs typeface="Noto Sans KR"/>
              </a:defRPr>
            </a:lvl1pPr>
            <a:lvl2pPr>
              <a:defRPr sz="1725" b="1">
                <a:solidFill>
                  <a:srgbClr val="FFFFFF"/>
                </a:solidFill>
                <a:latin typeface="Noto Sans KR"/>
                <a:ea typeface="Noto Sans KR"/>
                <a:cs typeface="Noto Sans KR"/>
              </a:defRPr>
            </a:lvl2pPr>
            <a:lvl3pPr>
              <a:defRPr sz="1725" b="1">
                <a:solidFill>
                  <a:srgbClr val="FFFFFF"/>
                </a:solidFill>
                <a:latin typeface="Noto Sans KR"/>
                <a:ea typeface="Noto Sans KR"/>
                <a:cs typeface="Noto Sans KR"/>
              </a:defRPr>
            </a:lvl3pPr>
            <a:lvl4pPr>
              <a:defRPr sz="1725" b="1">
                <a:solidFill>
                  <a:srgbClr val="FFFFFF"/>
                </a:solidFill>
                <a:latin typeface="Noto Sans KR"/>
                <a:ea typeface="Noto Sans KR"/>
                <a:cs typeface="Noto Sans KR"/>
              </a:defRPr>
            </a:lvl4pPr>
            <a:lvl5pPr>
              <a:defRPr sz="1725" b="1">
                <a:solidFill>
                  <a:srgbClr val="FFFFFF"/>
                </a:solidFill>
                <a:latin typeface="Noto Sans KR"/>
                <a:ea typeface="Noto Sans KR"/>
                <a:cs typeface="Noto Sans KR"/>
              </a:defRPr>
            </a:lvl5pPr>
            <a:lvl6pPr>
              <a:defRPr sz="1725" b="1">
                <a:solidFill>
                  <a:srgbClr val="FFFFFF"/>
                </a:solidFill>
                <a:latin typeface="Noto Sans KR"/>
                <a:ea typeface="Noto Sans KR"/>
                <a:cs typeface="Noto Sans KR"/>
              </a:defRPr>
            </a:lvl6pPr>
            <a:lvl7pPr>
              <a:defRPr sz="1725" b="1">
                <a:solidFill>
                  <a:srgbClr val="FFFFFF"/>
                </a:solidFill>
                <a:latin typeface="Noto Sans KR"/>
                <a:ea typeface="Noto Sans KR"/>
                <a:cs typeface="Noto Sans KR"/>
              </a:defRPr>
            </a:lvl7pPr>
            <a:lvl8pPr>
              <a:defRPr sz="1725" b="1">
                <a:solidFill>
                  <a:srgbClr val="FFFFFF"/>
                </a:solidFill>
                <a:latin typeface="Noto Sans KR"/>
                <a:ea typeface="Noto Sans KR"/>
                <a:cs typeface="Noto Sans KR"/>
              </a:defRPr>
            </a:lvl8pPr>
            <a:lvl9pPr>
              <a:defRPr sz="1725" b="1">
                <a:solidFill>
                  <a:srgbClr val="FFFFFF"/>
                </a:solidFill>
                <a:latin typeface="Noto Sans KR"/>
                <a:ea typeface="Noto Sans KR"/>
                <a:cs typeface="Noto Sans KR"/>
              </a:defRPr>
            </a:lvl9pPr>
          </a:lstStyle>
          <a:p xmlns:a="http://schemas.openxmlformats.org/drawingml/2006/main">
            <a:pPr>
              <a:defRPr sz="1725" b="1">
                <a:solidFill>
                  <a:srgbClr val="FFFFFF"/>
                </a:solidFill>
                <a:latin typeface="Noto Sans KR"/>
                <a:ea typeface="Noto Sans KR"/>
                <a:cs typeface="Noto Sans KR"/>
              </a:defRPr>
            </a:pPr>
            <a:r>
              <a:rPr sz="1725" b="1">
                <a:solidFill>
                  <a:srgbClr val="FFFFFF"/>
                </a:solidFill>
                <a:latin typeface="Noto Sans KR"/>
                <a:ea typeface="Noto Sans KR"/>
                <a:cs typeface="Noto Sans KR"/>
              </a:rPr>
              <a:t>품질 담당</a:t>
            </a:r>
          </a:p>
        </p:txBody>
      </p:sp>
      <p:sp>
        <p:nvSpPr>
          <p:cNvPr id="9" name="text-8">
            <a:extLst xmlns:a="http://schemas.openxmlformats.org/drawingml/2006/main">
              <a:ext uri="{FF2B5EF4-FFF2-40B4-BE49-F238E27FC236}">
                <a16:creationId xmlns:a16="http://schemas.microsoft.com/office/drawing/2014/main" id="{A7A53823-CD3D-4D23-B4BF-66B480B463F8}"/>
              </a:ext>
            </a:extLst>
          </p:cNvPr>
          <p:cNvSpPr>
            <a:spLocks xmlns:a="http://schemas.openxmlformats.org/drawingml/2006/main" noGrp="1"/>
          </p:cNvSpPr>
          <p:nvPr/>
        </p:nvSpPr>
        <p:spPr>
          <a:xfrm xmlns:a="http://schemas.openxmlformats.org/drawingml/2006/main">
            <a:off x="876300" y="2990850"/>
            <a:ext cx="2971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2100" b="0">
                <a:solidFill>
                  <a:srgbClr val="183448"/>
                </a:solidFill>
                <a:latin typeface="Noto Sans KR"/>
                <a:ea typeface="Noto Sans KR"/>
                <a:cs typeface="Noto Sans KR"/>
              </a:defRPr>
            </a:defPPr>
            <a:lvl1pPr>
              <a:defRPr sz="2100" b="0">
                <a:solidFill>
                  <a:srgbClr val="183448"/>
                </a:solidFill>
                <a:latin typeface="Noto Sans KR"/>
                <a:ea typeface="Noto Sans KR"/>
                <a:cs typeface="Noto Sans KR"/>
              </a:defRPr>
            </a:lvl1pPr>
            <a:lvl2pPr>
              <a:defRPr sz="2100" b="0">
                <a:solidFill>
                  <a:srgbClr val="183448"/>
                </a:solidFill>
                <a:latin typeface="Noto Sans KR"/>
                <a:ea typeface="Noto Sans KR"/>
                <a:cs typeface="Noto Sans KR"/>
              </a:defRPr>
            </a:lvl2pPr>
            <a:lvl3pPr>
              <a:defRPr sz="2100" b="0">
                <a:solidFill>
                  <a:srgbClr val="183448"/>
                </a:solidFill>
                <a:latin typeface="Noto Sans KR"/>
                <a:ea typeface="Noto Sans KR"/>
                <a:cs typeface="Noto Sans KR"/>
              </a:defRPr>
            </a:lvl3pPr>
            <a:lvl4pPr>
              <a:defRPr sz="2100" b="0">
                <a:solidFill>
                  <a:srgbClr val="183448"/>
                </a:solidFill>
                <a:latin typeface="Noto Sans KR"/>
                <a:ea typeface="Noto Sans KR"/>
                <a:cs typeface="Noto Sans KR"/>
              </a:defRPr>
            </a:lvl4pPr>
            <a:lvl5pPr>
              <a:defRPr sz="2100" b="0">
                <a:solidFill>
                  <a:srgbClr val="183448"/>
                </a:solidFill>
                <a:latin typeface="Noto Sans KR"/>
                <a:ea typeface="Noto Sans KR"/>
                <a:cs typeface="Noto Sans KR"/>
              </a:defRPr>
            </a:lvl5pPr>
            <a:lvl6pPr>
              <a:defRPr sz="2100" b="0">
                <a:solidFill>
                  <a:srgbClr val="183448"/>
                </a:solidFill>
                <a:latin typeface="Noto Sans KR"/>
                <a:ea typeface="Noto Sans KR"/>
                <a:cs typeface="Noto Sans KR"/>
              </a:defRPr>
            </a:lvl6pPr>
            <a:lvl7pPr>
              <a:defRPr sz="2100" b="0">
                <a:solidFill>
                  <a:srgbClr val="183448"/>
                </a:solidFill>
                <a:latin typeface="Noto Sans KR"/>
                <a:ea typeface="Noto Sans KR"/>
                <a:cs typeface="Noto Sans KR"/>
              </a:defRPr>
            </a:lvl7pPr>
            <a:lvl8pPr>
              <a:defRPr sz="2100" b="0">
                <a:solidFill>
                  <a:srgbClr val="183448"/>
                </a:solidFill>
                <a:latin typeface="Noto Sans KR"/>
                <a:ea typeface="Noto Sans KR"/>
                <a:cs typeface="Noto Sans KR"/>
              </a:defRPr>
            </a:lvl8pPr>
            <a:lvl9pPr>
              <a:defRPr sz="2100" b="0">
                <a:solidFill>
                  <a:srgbClr val="183448"/>
                </a:solidFill>
                <a:latin typeface="Noto Sans KR"/>
                <a:ea typeface="Noto Sans KR"/>
                <a:cs typeface="Noto Sans KR"/>
              </a:defRPr>
            </a:lvl9pPr>
          </a:lstStyle>
          <a:p xmlns:a="http://schemas.openxmlformats.org/drawingml/2006/main">
            <a:pPr>
              <a:defRPr sz="2100" b="0">
                <a:solidFill>
                  <a:srgbClr val="183448"/>
                </a:solidFill>
                <a:latin typeface="Noto Sans KR"/>
                <a:ea typeface="Noto Sans KR"/>
                <a:cs typeface="Noto Sans KR"/>
              </a:defRPr>
            </a:pPr>
            <a:r>
              <a:rPr sz="2100" b="0">
                <a:solidFill>
                  <a:srgbClr val="183448"/>
                </a:solidFill>
                <a:latin typeface="Noto Sans KR"/>
                <a:ea typeface="Noto Sans KR"/>
                <a:cs typeface="Noto Sans KR"/>
              </a:rPr>
              <a:t>입고 일정과 수량</a:t>
            </a:r>
          </a:p>
          <a:p xmlns:a="http://schemas.openxmlformats.org/drawingml/2006/main">
            <a:pPr>
              <a:defRPr sz="2100" b="0">
                <a:solidFill>
                  <a:srgbClr val="183448"/>
                </a:solidFill>
                <a:latin typeface="Noto Sans KR"/>
                <a:ea typeface="Noto Sans KR"/>
                <a:cs typeface="Noto Sans KR"/>
              </a:defRPr>
            </a:pPr>
            <a:r>
              <a:rPr sz="2100" b="0">
                <a:solidFill>
                  <a:srgbClr val="183448"/>
                </a:solidFill>
                <a:latin typeface="Noto Sans KR"/>
                <a:ea typeface="Noto Sans KR"/>
                <a:cs typeface="Noto Sans KR"/>
              </a:rPr>
              <a:t>엑셀·이카운트에 기록</a:t>
            </a:r>
          </a:p>
        </p:txBody>
      </p:sp>
      <p:sp>
        <p:nvSpPr>
          <p:cNvPr id="10" name="text-9">
            <a:extLst xmlns:a="http://schemas.openxmlformats.org/drawingml/2006/main">
              <a:ext uri="{FF2B5EF4-FFF2-40B4-BE49-F238E27FC236}">
                <a16:creationId xmlns:a16="http://schemas.microsoft.com/office/drawing/2014/main" id="{7537F18C-19C3-419E-AE46-F54C71CB6F55}"/>
              </a:ext>
            </a:extLst>
          </p:cNvPr>
          <p:cNvSpPr>
            <a:spLocks xmlns:a="http://schemas.openxmlformats.org/drawingml/2006/main" noGrp="1"/>
          </p:cNvSpPr>
          <p:nvPr/>
        </p:nvSpPr>
        <p:spPr>
          <a:xfrm xmlns:a="http://schemas.openxmlformats.org/drawingml/2006/main">
            <a:off x="4629150" y="2990850"/>
            <a:ext cx="2971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2100" b="0">
                <a:solidFill>
                  <a:srgbClr val="183448"/>
                </a:solidFill>
                <a:latin typeface="Noto Sans KR"/>
                <a:ea typeface="Noto Sans KR"/>
                <a:cs typeface="Noto Sans KR"/>
              </a:defRPr>
            </a:defPPr>
            <a:lvl1pPr>
              <a:defRPr sz="2100" b="0">
                <a:solidFill>
                  <a:srgbClr val="183448"/>
                </a:solidFill>
                <a:latin typeface="Noto Sans KR"/>
                <a:ea typeface="Noto Sans KR"/>
                <a:cs typeface="Noto Sans KR"/>
              </a:defRPr>
            </a:lvl1pPr>
            <a:lvl2pPr>
              <a:defRPr sz="2100" b="0">
                <a:solidFill>
                  <a:srgbClr val="183448"/>
                </a:solidFill>
                <a:latin typeface="Noto Sans KR"/>
                <a:ea typeface="Noto Sans KR"/>
                <a:cs typeface="Noto Sans KR"/>
              </a:defRPr>
            </a:lvl2pPr>
            <a:lvl3pPr>
              <a:defRPr sz="2100" b="0">
                <a:solidFill>
                  <a:srgbClr val="183448"/>
                </a:solidFill>
                <a:latin typeface="Noto Sans KR"/>
                <a:ea typeface="Noto Sans KR"/>
                <a:cs typeface="Noto Sans KR"/>
              </a:defRPr>
            </a:lvl3pPr>
            <a:lvl4pPr>
              <a:defRPr sz="2100" b="0">
                <a:solidFill>
                  <a:srgbClr val="183448"/>
                </a:solidFill>
                <a:latin typeface="Noto Sans KR"/>
                <a:ea typeface="Noto Sans KR"/>
                <a:cs typeface="Noto Sans KR"/>
              </a:defRPr>
            </a:lvl4pPr>
            <a:lvl5pPr>
              <a:defRPr sz="2100" b="0">
                <a:solidFill>
                  <a:srgbClr val="183448"/>
                </a:solidFill>
                <a:latin typeface="Noto Sans KR"/>
                <a:ea typeface="Noto Sans KR"/>
                <a:cs typeface="Noto Sans KR"/>
              </a:defRPr>
            </a:lvl5pPr>
            <a:lvl6pPr>
              <a:defRPr sz="2100" b="0">
                <a:solidFill>
                  <a:srgbClr val="183448"/>
                </a:solidFill>
                <a:latin typeface="Noto Sans KR"/>
                <a:ea typeface="Noto Sans KR"/>
                <a:cs typeface="Noto Sans KR"/>
              </a:defRPr>
            </a:lvl6pPr>
            <a:lvl7pPr>
              <a:defRPr sz="2100" b="0">
                <a:solidFill>
                  <a:srgbClr val="183448"/>
                </a:solidFill>
                <a:latin typeface="Noto Sans KR"/>
                <a:ea typeface="Noto Sans KR"/>
                <a:cs typeface="Noto Sans KR"/>
              </a:defRPr>
            </a:lvl7pPr>
            <a:lvl8pPr>
              <a:defRPr sz="2100" b="0">
                <a:solidFill>
                  <a:srgbClr val="183448"/>
                </a:solidFill>
                <a:latin typeface="Noto Sans KR"/>
                <a:ea typeface="Noto Sans KR"/>
                <a:cs typeface="Noto Sans KR"/>
              </a:defRPr>
            </a:lvl8pPr>
            <a:lvl9pPr>
              <a:defRPr sz="2100" b="0">
                <a:solidFill>
                  <a:srgbClr val="183448"/>
                </a:solidFill>
                <a:latin typeface="Noto Sans KR"/>
                <a:ea typeface="Noto Sans KR"/>
                <a:cs typeface="Noto Sans KR"/>
              </a:defRPr>
            </a:lvl9pPr>
          </a:lstStyle>
          <a:p xmlns:a="http://schemas.openxmlformats.org/drawingml/2006/main">
            <a:pPr>
              <a:defRPr sz="2100" b="0">
                <a:solidFill>
                  <a:srgbClr val="183448"/>
                </a:solidFill>
                <a:latin typeface="Noto Sans KR"/>
                <a:ea typeface="Noto Sans KR"/>
                <a:cs typeface="Noto Sans KR"/>
              </a:defRPr>
            </a:pPr>
            <a:r>
              <a:rPr sz="2100" b="0">
                <a:solidFill>
                  <a:srgbClr val="183448"/>
                </a:solidFill>
                <a:latin typeface="Noto Sans KR"/>
                <a:ea typeface="Noto Sans KR"/>
                <a:cs typeface="Noto Sans KR"/>
              </a:rPr>
              <a:t>작업과 제작 수량</a:t>
            </a:r>
          </a:p>
          <a:p xmlns:a="http://schemas.openxmlformats.org/drawingml/2006/main">
            <a:pPr>
              <a:defRPr sz="2100" b="0">
                <a:solidFill>
                  <a:srgbClr val="183448"/>
                </a:solidFill>
                <a:latin typeface="Noto Sans KR"/>
                <a:ea typeface="Noto Sans KR"/>
                <a:cs typeface="Noto Sans KR"/>
              </a:defRPr>
            </a:pPr>
            <a:r>
              <a:rPr sz="2100" b="0">
                <a:solidFill>
                  <a:srgbClr val="183448"/>
                </a:solidFill>
                <a:latin typeface="Noto Sans KR"/>
                <a:ea typeface="Noto Sans KR"/>
                <a:cs typeface="Noto Sans KR"/>
              </a:rPr>
              <a:t>작업일지·현황표에 기록</a:t>
            </a:r>
          </a:p>
        </p:txBody>
      </p:sp>
      <p:sp>
        <p:nvSpPr>
          <p:cNvPr id="11" name="text-10">
            <a:extLst xmlns:a="http://schemas.openxmlformats.org/drawingml/2006/main">
              <a:ext uri="{FF2B5EF4-FFF2-40B4-BE49-F238E27FC236}">
                <a16:creationId xmlns:a16="http://schemas.microsoft.com/office/drawing/2014/main" id="{91B39F1B-39C4-493B-9435-4153A5FE7488}"/>
              </a:ext>
            </a:extLst>
          </p:cNvPr>
          <p:cNvSpPr>
            <a:spLocks xmlns:a="http://schemas.openxmlformats.org/drawingml/2006/main" noGrp="1"/>
          </p:cNvSpPr>
          <p:nvPr/>
        </p:nvSpPr>
        <p:spPr>
          <a:xfrm xmlns:a="http://schemas.openxmlformats.org/drawingml/2006/main">
            <a:off x="8382000" y="2990850"/>
            <a:ext cx="2971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2100" b="0">
                <a:solidFill>
                  <a:srgbClr val="183448"/>
                </a:solidFill>
                <a:latin typeface="Noto Sans KR"/>
                <a:ea typeface="Noto Sans KR"/>
                <a:cs typeface="Noto Sans KR"/>
              </a:defRPr>
            </a:defPPr>
            <a:lvl1pPr>
              <a:defRPr sz="2100" b="0">
                <a:solidFill>
                  <a:srgbClr val="183448"/>
                </a:solidFill>
                <a:latin typeface="Noto Sans KR"/>
                <a:ea typeface="Noto Sans KR"/>
                <a:cs typeface="Noto Sans KR"/>
              </a:defRPr>
            </a:lvl1pPr>
            <a:lvl2pPr>
              <a:defRPr sz="2100" b="0">
                <a:solidFill>
                  <a:srgbClr val="183448"/>
                </a:solidFill>
                <a:latin typeface="Noto Sans KR"/>
                <a:ea typeface="Noto Sans KR"/>
                <a:cs typeface="Noto Sans KR"/>
              </a:defRPr>
            </a:lvl2pPr>
            <a:lvl3pPr>
              <a:defRPr sz="2100" b="0">
                <a:solidFill>
                  <a:srgbClr val="183448"/>
                </a:solidFill>
                <a:latin typeface="Noto Sans KR"/>
                <a:ea typeface="Noto Sans KR"/>
                <a:cs typeface="Noto Sans KR"/>
              </a:defRPr>
            </a:lvl3pPr>
            <a:lvl4pPr>
              <a:defRPr sz="2100" b="0">
                <a:solidFill>
                  <a:srgbClr val="183448"/>
                </a:solidFill>
                <a:latin typeface="Noto Sans KR"/>
                <a:ea typeface="Noto Sans KR"/>
                <a:cs typeface="Noto Sans KR"/>
              </a:defRPr>
            </a:lvl4pPr>
            <a:lvl5pPr>
              <a:defRPr sz="2100" b="0">
                <a:solidFill>
                  <a:srgbClr val="183448"/>
                </a:solidFill>
                <a:latin typeface="Noto Sans KR"/>
                <a:ea typeface="Noto Sans KR"/>
                <a:cs typeface="Noto Sans KR"/>
              </a:defRPr>
            </a:lvl5pPr>
            <a:lvl6pPr>
              <a:defRPr sz="2100" b="0">
                <a:solidFill>
                  <a:srgbClr val="183448"/>
                </a:solidFill>
                <a:latin typeface="Noto Sans KR"/>
                <a:ea typeface="Noto Sans KR"/>
                <a:cs typeface="Noto Sans KR"/>
              </a:defRPr>
            </a:lvl6pPr>
            <a:lvl7pPr>
              <a:defRPr sz="2100" b="0">
                <a:solidFill>
                  <a:srgbClr val="183448"/>
                </a:solidFill>
                <a:latin typeface="Noto Sans KR"/>
                <a:ea typeface="Noto Sans KR"/>
                <a:cs typeface="Noto Sans KR"/>
              </a:defRPr>
            </a:lvl7pPr>
            <a:lvl8pPr>
              <a:defRPr sz="2100" b="0">
                <a:solidFill>
                  <a:srgbClr val="183448"/>
                </a:solidFill>
                <a:latin typeface="Noto Sans KR"/>
                <a:ea typeface="Noto Sans KR"/>
                <a:cs typeface="Noto Sans KR"/>
              </a:defRPr>
            </a:lvl8pPr>
            <a:lvl9pPr>
              <a:defRPr sz="2100" b="0">
                <a:solidFill>
                  <a:srgbClr val="183448"/>
                </a:solidFill>
                <a:latin typeface="Noto Sans KR"/>
                <a:ea typeface="Noto Sans KR"/>
                <a:cs typeface="Noto Sans KR"/>
              </a:defRPr>
            </a:lvl9pPr>
          </a:lstStyle>
          <a:p xmlns:a="http://schemas.openxmlformats.org/drawingml/2006/main">
            <a:pPr>
              <a:defRPr sz="2100" b="0">
                <a:solidFill>
                  <a:srgbClr val="183448"/>
                </a:solidFill>
                <a:latin typeface="Noto Sans KR"/>
                <a:ea typeface="Noto Sans KR"/>
                <a:cs typeface="Noto Sans KR"/>
              </a:defRPr>
            </a:pPr>
            <a:r>
              <a:rPr sz="2100" b="0">
                <a:solidFill>
                  <a:srgbClr val="183448"/>
                </a:solidFill>
                <a:latin typeface="Noto Sans KR"/>
                <a:ea typeface="Noto Sans KR"/>
                <a:cs typeface="Noto Sans KR"/>
              </a:rPr>
              <a:t>검사와 불량 내용</a:t>
            </a:r>
          </a:p>
          <a:p xmlns:a="http://schemas.openxmlformats.org/drawingml/2006/main">
            <a:pPr>
              <a:defRPr sz="2100" b="0">
                <a:solidFill>
                  <a:srgbClr val="183448"/>
                </a:solidFill>
                <a:latin typeface="Noto Sans KR"/>
                <a:ea typeface="Noto Sans KR"/>
                <a:cs typeface="Noto Sans KR"/>
              </a:defRPr>
            </a:pPr>
            <a:r>
              <a:rPr sz="2100" b="0">
                <a:solidFill>
                  <a:srgbClr val="183448"/>
                </a:solidFill>
                <a:latin typeface="Noto Sans KR"/>
                <a:ea typeface="Noto Sans KR"/>
                <a:cs typeface="Noto Sans KR"/>
              </a:rPr>
              <a:t>검사표·성적서에 기록</a:t>
            </a:r>
          </a:p>
        </p:txBody>
      </p:sp>
      <p:sp>
        <p:nvSpPr>
          <p:cNvPr id="12" name="">
            <a:extLst xmlns:a="http://schemas.openxmlformats.org/drawingml/2006/main">
              <a:ext uri="{FF2B5EF4-FFF2-40B4-BE49-F238E27FC236}">
                <a16:creationId xmlns:a16="http://schemas.microsoft.com/office/drawing/2014/main" id="{9E4EE3C6-A637-4352-A585-8E55C83692E3}"/>
              </a:ext>
            </a:extLst>
          </p:cNvPr>
          <p:cNvSpPr>
            <a:spLocks xmlns:a="http://schemas.openxmlformats.org/drawingml/2006/main" noGrp="1"/>
          </p:cNvSpPr>
          <p:nvPr/>
        </p:nvSpPr>
        <p:spPr>
          <a:xfrm xmlns:a="http://schemas.openxmlformats.org/drawingml/2006/main">
            <a:off x="723900" y="4333875"/>
            <a:ext cx="10744200" cy="19050"/>
          </a:xfrm>
          <a:prstGeom xmlns:a="http://schemas.openxmlformats.org/drawingml/2006/main" prst="rect">
            <a:avLst/>
          </a:prstGeom>
          <a:solidFill xmlns:a="http://schemas.openxmlformats.org/drawingml/2006/main">
            <a:srgbClr val="D6E2E6"/>
          </a:solidFill>
          <a:ln xmlns:a="http://schemas.openxmlformats.org/drawingml/2006/main" w="0">
            <a:noFill/>
            <a:prstDash val="solid"/>
          </a:ln>
        </p:spPr>
      </p:sp>
      <p:sp>
        <p:nvSpPr>
          <p:cNvPr id="13" name="text-12">
            <a:extLst xmlns:a="http://schemas.openxmlformats.org/drawingml/2006/main">
              <a:ext uri="{FF2B5EF4-FFF2-40B4-BE49-F238E27FC236}">
                <a16:creationId xmlns:a16="http://schemas.microsoft.com/office/drawing/2014/main" id="{B8CE95B6-85A2-49D5-AEE5-A169788ADAFE}"/>
              </a:ext>
            </a:extLst>
          </p:cNvPr>
          <p:cNvSpPr>
            <a:spLocks xmlns:a="http://schemas.openxmlformats.org/drawingml/2006/main" noGrp="1"/>
          </p:cNvSpPr>
          <p:nvPr/>
        </p:nvSpPr>
        <p:spPr>
          <a:xfrm xmlns:a="http://schemas.openxmlformats.org/drawingml/2006/main">
            <a:off x="723900" y="4686300"/>
            <a:ext cx="10763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2250" b="1">
                <a:solidFill>
                  <a:srgbClr val="007F83"/>
                </a:solidFill>
                <a:latin typeface="Noto Sans KR"/>
                <a:ea typeface="Noto Sans KR"/>
                <a:cs typeface="Noto Sans KR"/>
              </a:defRPr>
            </a:defPPr>
            <a:lvl1pPr>
              <a:defRPr sz="2250" b="1">
                <a:solidFill>
                  <a:srgbClr val="007F83"/>
                </a:solidFill>
                <a:latin typeface="Noto Sans KR"/>
                <a:ea typeface="Noto Sans KR"/>
                <a:cs typeface="Noto Sans KR"/>
              </a:defRPr>
            </a:lvl1pPr>
            <a:lvl2pPr>
              <a:defRPr sz="2250" b="1">
                <a:solidFill>
                  <a:srgbClr val="007F83"/>
                </a:solidFill>
                <a:latin typeface="Noto Sans KR"/>
                <a:ea typeface="Noto Sans KR"/>
                <a:cs typeface="Noto Sans KR"/>
              </a:defRPr>
            </a:lvl2pPr>
            <a:lvl3pPr>
              <a:defRPr sz="2250" b="1">
                <a:solidFill>
                  <a:srgbClr val="007F83"/>
                </a:solidFill>
                <a:latin typeface="Noto Sans KR"/>
                <a:ea typeface="Noto Sans KR"/>
                <a:cs typeface="Noto Sans KR"/>
              </a:defRPr>
            </a:lvl3pPr>
            <a:lvl4pPr>
              <a:defRPr sz="2250" b="1">
                <a:solidFill>
                  <a:srgbClr val="007F83"/>
                </a:solidFill>
                <a:latin typeface="Noto Sans KR"/>
                <a:ea typeface="Noto Sans KR"/>
                <a:cs typeface="Noto Sans KR"/>
              </a:defRPr>
            </a:lvl4pPr>
            <a:lvl5pPr>
              <a:defRPr sz="2250" b="1">
                <a:solidFill>
                  <a:srgbClr val="007F83"/>
                </a:solidFill>
                <a:latin typeface="Noto Sans KR"/>
                <a:ea typeface="Noto Sans KR"/>
                <a:cs typeface="Noto Sans KR"/>
              </a:defRPr>
            </a:lvl5pPr>
            <a:lvl6pPr>
              <a:defRPr sz="2250" b="1">
                <a:solidFill>
                  <a:srgbClr val="007F83"/>
                </a:solidFill>
                <a:latin typeface="Noto Sans KR"/>
                <a:ea typeface="Noto Sans KR"/>
                <a:cs typeface="Noto Sans KR"/>
              </a:defRPr>
            </a:lvl6pPr>
            <a:lvl7pPr>
              <a:defRPr sz="2250" b="1">
                <a:solidFill>
                  <a:srgbClr val="007F83"/>
                </a:solidFill>
                <a:latin typeface="Noto Sans KR"/>
                <a:ea typeface="Noto Sans KR"/>
                <a:cs typeface="Noto Sans KR"/>
              </a:defRPr>
            </a:lvl7pPr>
            <a:lvl8pPr>
              <a:defRPr sz="2250" b="1">
                <a:solidFill>
                  <a:srgbClr val="007F83"/>
                </a:solidFill>
                <a:latin typeface="Noto Sans KR"/>
                <a:ea typeface="Noto Sans KR"/>
                <a:cs typeface="Noto Sans KR"/>
              </a:defRPr>
            </a:lvl8pPr>
            <a:lvl9pPr>
              <a:defRPr sz="2250" b="1">
                <a:solidFill>
                  <a:srgbClr val="007F83"/>
                </a:solidFill>
                <a:latin typeface="Noto Sans KR"/>
                <a:ea typeface="Noto Sans KR"/>
                <a:cs typeface="Noto Sans KR"/>
              </a:defRPr>
            </a:lvl9pPr>
          </a:lstStyle>
          <a:p xmlns:a="http://schemas.openxmlformats.org/drawingml/2006/main">
            <a:pPr>
              <a:defRPr sz="2250" b="1">
                <a:solidFill>
                  <a:srgbClr val="007F83"/>
                </a:solidFill>
                <a:latin typeface="Noto Sans KR"/>
                <a:ea typeface="Noto Sans KR"/>
                <a:cs typeface="Noto Sans KR"/>
              </a:defRPr>
            </a:pPr>
            <a:r>
              <a:rPr sz="2250" b="1">
                <a:solidFill>
                  <a:srgbClr val="007F83"/>
                </a:solidFill>
                <a:latin typeface="Noto Sans KR"/>
                <a:ea typeface="Noto Sans KR"/>
                <a:cs typeface="Noto Sans KR"/>
              </a:rPr>
              <a:t>“자재는 들어왔나요?”  “가공은 끝났나요?”  “출고할 수 있나요?”</a:t>
            </a:r>
          </a:p>
        </p:txBody>
      </p:sp>
      <p:sp>
        <p:nvSpPr>
          <p:cNvPr id="14" name="text-13">
            <a:extLst xmlns:a="http://schemas.openxmlformats.org/drawingml/2006/main">
              <a:ext uri="{FF2B5EF4-FFF2-40B4-BE49-F238E27FC236}">
                <a16:creationId xmlns:a16="http://schemas.microsoft.com/office/drawing/2014/main" id="{D966B911-9940-4FEC-889D-44604B86C31C}"/>
              </a:ext>
            </a:extLst>
          </p:cNvPr>
          <p:cNvSpPr>
            <a:spLocks xmlns:a="http://schemas.openxmlformats.org/drawingml/2006/main" noGrp="1"/>
          </p:cNvSpPr>
          <p:nvPr/>
        </p:nvSpPr>
        <p:spPr>
          <a:xfrm xmlns:a="http://schemas.openxmlformats.org/drawingml/2006/main">
            <a:off x="628650" y="5829300"/>
            <a:ext cx="10839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350" b="0">
                <a:solidFill>
                  <a:srgbClr val="607481"/>
                </a:solidFill>
                <a:latin typeface="Noto Sans KR"/>
                <a:ea typeface="Noto Sans KR"/>
                <a:cs typeface="Noto Sans KR"/>
              </a:defRPr>
            </a:defPPr>
            <a:lvl1pPr>
              <a:defRPr sz="1350" b="0">
                <a:solidFill>
                  <a:srgbClr val="607481"/>
                </a:solidFill>
                <a:latin typeface="Noto Sans KR"/>
                <a:ea typeface="Noto Sans KR"/>
                <a:cs typeface="Noto Sans KR"/>
              </a:defRPr>
            </a:lvl1pPr>
            <a:lvl2pPr>
              <a:defRPr sz="1350" b="0">
                <a:solidFill>
                  <a:srgbClr val="607481"/>
                </a:solidFill>
                <a:latin typeface="Noto Sans KR"/>
                <a:ea typeface="Noto Sans KR"/>
                <a:cs typeface="Noto Sans KR"/>
              </a:defRPr>
            </a:lvl2pPr>
            <a:lvl3pPr>
              <a:defRPr sz="1350" b="0">
                <a:solidFill>
                  <a:srgbClr val="607481"/>
                </a:solidFill>
                <a:latin typeface="Noto Sans KR"/>
                <a:ea typeface="Noto Sans KR"/>
                <a:cs typeface="Noto Sans KR"/>
              </a:defRPr>
            </a:lvl3pPr>
            <a:lvl4pPr>
              <a:defRPr sz="1350" b="0">
                <a:solidFill>
                  <a:srgbClr val="607481"/>
                </a:solidFill>
                <a:latin typeface="Noto Sans KR"/>
                <a:ea typeface="Noto Sans KR"/>
                <a:cs typeface="Noto Sans KR"/>
              </a:defRPr>
            </a:lvl4pPr>
            <a:lvl5pPr>
              <a:defRPr sz="1350" b="0">
                <a:solidFill>
                  <a:srgbClr val="607481"/>
                </a:solidFill>
                <a:latin typeface="Noto Sans KR"/>
                <a:ea typeface="Noto Sans KR"/>
                <a:cs typeface="Noto Sans KR"/>
              </a:defRPr>
            </a:lvl5pPr>
            <a:lvl6pPr>
              <a:defRPr sz="1350" b="0">
                <a:solidFill>
                  <a:srgbClr val="607481"/>
                </a:solidFill>
                <a:latin typeface="Noto Sans KR"/>
                <a:ea typeface="Noto Sans KR"/>
                <a:cs typeface="Noto Sans KR"/>
              </a:defRPr>
            </a:lvl6pPr>
            <a:lvl7pPr>
              <a:defRPr sz="1350" b="0">
                <a:solidFill>
                  <a:srgbClr val="607481"/>
                </a:solidFill>
                <a:latin typeface="Noto Sans KR"/>
                <a:ea typeface="Noto Sans KR"/>
                <a:cs typeface="Noto Sans KR"/>
              </a:defRPr>
            </a:lvl7pPr>
            <a:lvl8pPr>
              <a:defRPr sz="1350" b="0">
                <a:solidFill>
                  <a:srgbClr val="607481"/>
                </a:solidFill>
                <a:latin typeface="Noto Sans KR"/>
                <a:ea typeface="Noto Sans KR"/>
                <a:cs typeface="Noto Sans KR"/>
              </a:defRPr>
            </a:lvl8pPr>
            <a:lvl9pPr>
              <a:defRPr sz="1350" b="0">
                <a:solidFill>
                  <a:srgbClr val="607481"/>
                </a:solidFill>
                <a:latin typeface="Noto Sans KR"/>
                <a:ea typeface="Noto Sans KR"/>
                <a:cs typeface="Noto Sans KR"/>
              </a:defRPr>
            </a:lvl9pPr>
          </a:lstStyle>
          <a:p xmlns:a="http://schemas.openxmlformats.org/drawingml/2006/main">
            <a:pPr>
              <a:defRPr sz="1350" b="0">
                <a:solidFill>
                  <a:srgbClr val="607481"/>
                </a:solidFill>
                <a:latin typeface="Noto Sans KR"/>
                <a:ea typeface="Noto Sans KR"/>
                <a:cs typeface="Noto Sans KR"/>
              </a:defRPr>
            </a:pPr>
            <a:r>
              <a:rPr sz="1350" b="0">
                <a:solidFill>
                  <a:srgbClr val="607481"/>
                </a:solidFill>
                <a:latin typeface="Noto Sans KR"/>
                <a:ea typeface="Noto Sans KR"/>
                <a:cs typeface="Noto Sans KR"/>
              </a:rPr>
              <a:t>사용 도구는 부서별 확인 필요. 핵심은 기록을 연결해 주문 한 건의 전체 흐름을 함께 보는 것</a:t>
            </a:r>
          </a:p>
        </p:txBody>
      </p:sp>
      <p:sp>
        <p:nvSpPr>
          <p:cNvPr id="15" name="text-14">
            <a:extLst xmlns:a="http://schemas.openxmlformats.org/drawingml/2006/main">
              <a:ext uri="{FF2B5EF4-FFF2-40B4-BE49-F238E27FC236}">
                <a16:creationId xmlns:a16="http://schemas.microsoft.com/office/drawing/2014/main" id="{47D587C1-9339-4BF3-A701-B2167BB10323}"/>
              </a:ext>
            </a:extLst>
          </p:cNvPr>
          <p:cNvSpPr>
            <a:spLocks xmlns:a="http://schemas.openxmlformats.org/drawingml/2006/main" noGrp="1"/>
          </p:cNvSpPr>
          <p:nvPr/>
        </p:nvSpPr>
        <p:spPr>
          <a:xfrm xmlns:a="http://schemas.openxmlformats.org/drawingml/2006/main">
            <a:off x="6810375" y="1238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275" b="1">
                <a:solidFill>
                  <a:srgbClr val="007F83"/>
                </a:solidFill>
                <a:latin typeface="Noto Sans KR"/>
                <a:ea typeface="Noto Sans KR"/>
                <a:cs typeface="Noto Sans KR"/>
              </a:defRPr>
            </a:defPPr>
            <a:lvl1pPr>
              <a:defRPr sz="1275" b="1">
                <a:solidFill>
                  <a:srgbClr val="007F83"/>
                </a:solidFill>
                <a:latin typeface="Noto Sans KR"/>
                <a:ea typeface="Noto Sans KR"/>
                <a:cs typeface="Noto Sans KR"/>
              </a:defRPr>
            </a:lvl1pPr>
            <a:lvl2pPr>
              <a:defRPr sz="1275" b="1">
                <a:solidFill>
                  <a:srgbClr val="007F83"/>
                </a:solidFill>
                <a:latin typeface="Noto Sans KR"/>
                <a:ea typeface="Noto Sans KR"/>
                <a:cs typeface="Noto Sans KR"/>
              </a:defRPr>
            </a:lvl2pPr>
            <a:lvl3pPr>
              <a:defRPr sz="1275" b="1">
                <a:solidFill>
                  <a:srgbClr val="007F83"/>
                </a:solidFill>
                <a:latin typeface="Noto Sans KR"/>
                <a:ea typeface="Noto Sans KR"/>
                <a:cs typeface="Noto Sans KR"/>
              </a:defRPr>
            </a:lvl3pPr>
            <a:lvl4pPr>
              <a:defRPr sz="1275" b="1">
                <a:solidFill>
                  <a:srgbClr val="007F83"/>
                </a:solidFill>
                <a:latin typeface="Noto Sans KR"/>
                <a:ea typeface="Noto Sans KR"/>
                <a:cs typeface="Noto Sans KR"/>
              </a:defRPr>
            </a:lvl4pPr>
            <a:lvl5pPr>
              <a:defRPr sz="1275" b="1">
                <a:solidFill>
                  <a:srgbClr val="007F83"/>
                </a:solidFill>
                <a:latin typeface="Noto Sans KR"/>
                <a:ea typeface="Noto Sans KR"/>
                <a:cs typeface="Noto Sans KR"/>
              </a:defRPr>
            </a:lvl5pPr>
            <a:lvl6pPr>
              <a:defRPr sz="1275" b="1">
                <a:solidFill>
                  <a:srgbClr val="007F83"/>
                </a:solidFill>
                <a:latin typeface="Noto Sans KR"/>
                <a:ea typeface="Noto Sans KR"/>
                <a:cs typeface="Noto Sans KR"/>
              </a:defRPr>
            </a:lvl6pPr>
            <a:lvl7pPr>
              <a:defRPr sz="1275" b="1">
                <a:solidFill>
                  <a:srgbClr val="007F83"/>
                </a:solidFill>
                <a:latin typeface="Noto Sans KR"/>
                <a:ea typeface="Noto Sans KR"/>
                <a:cs typeface="Noto Sans KR"/>
              </a:defRPr>
            </a:lvl7pPr>
            <a:lvl8pPr>
              <a:defRPr sz="1275" b="1">
                <a:solidFill>
                  <a:srgbClr val="007F83"/>
                </a:solidFill>
                <a:latin typeface="Noto Sans KR"/>
                <a:ea typeface="Noto Sans KR"/>
                <a:cs typeface="Noto Sans KR"/>
              </a:defRPr>
            </a:lvl8pPr>
            <a:lvl9pPr>
              <a:defRPr sz="1275" b="1">
                <a:solidFill>
                  <a:srgbClr val="007F83"/>
                </a:solidFill>
                <a:latin typeface="Noto Sans KR"/>
                <a:ea typeface="Noto Sans KR"/>
                <a:cs typeface="Noto Sans KR"/>
              </a:defRPr>
            </a:lvl9pPr>
          </a:lstStyle>
          <a:p xmlns:a="http://schemas.openxmlformats.org/drawingml/2006/main">
            <a:pPr>
              <a:defRPr sz="1275" b="1">
                <a:solidFill>
                  <a:srgbClr val="007F83"/>
                </a:solidFill>
                <a:latin typeface="Noto Sans KR"/>
                <a:ea typeface="Noto Sans KR"/>
                <a:cs typeface="Noto Sans KR"/>
              </a:defRPr>
            </a:pPr>
            <a:r>
              <a:rPr sz="1275" b="1">
                <a:solidFill>
                  <a:srgbClr val="007F83"/>
                </a:solidFill>
                <a:latin typeface="Noto Sans KR"/>
                <a:ea typeface="Noto Sans KR"/>
                <a:cs typeface="Noto Sans KR"/>
              </a:rPr>
              <a:t>필요한 이유</a:t>
            </a:r>
          </a:p>
        </p:txBody>
      </p:sp>
      <p:sp>
        <p:nvSpPr>
          <p:cNvPr id="16" name="text-15">
            <a:extLst xmlns:a="http://schemas.openxmlformats.org/drawingml/2006/main">
              <a:ext uri="{FF2B5EF4-FFF2-40B4-BE49-F238E27FC236}">
                <a16:creationId xmlns:a16="http://schemas.microsoft.com/office/drawing/2014/main" id="{3079ED1B-264F-4DED-BC53-B855AF0AB5C8}"/>
              </a:ext>
            </a:extLst>
          </p:cNvPr>
          <p:cNvSpPr>
            <a:spLocks xmlns:a="http://schemas.openxmlformats.org/drawingml/2006/main" noGrp="1"/>
          </p:cNvSpPr>
          <p:nvPr/>
        </p:nvSpPr>
        <p:spPr>
          <a:xfrm xmlns:a="http://schemas.openxmlformats.org/drawingml/2006/main">
            <a:off x="10382250" y="123825"/>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275" b="0">
                <a:solidFill>
                  <a:srgbClr val="607481"/>
                </a:solidFill>
                <a:latin typeface="Noto Sans KR"/>
                <a:ea typeface="Noto Sans KR"/>
                <a:cs typeface="Noto Sans KR"/>
              </a:defRPr>
            </a:defPPr>
            <a:lvl1pPr>
              <a:defRPr sz="1275" b="0">
                <a:solidFill>
                  <a:srgbClr val="607481"/>
                </a:solidFill>
                <a:latin typeface="Noto Sans KR"/>
                <a:ea typeface="Noto Sans KR"/>
                <a:cs typeface="Noto Sans KR"/>
              </a:defRPr>
            </a:lvl1pPr>
            <a:lvl2pPr>
              <a:defRPr sz="1275" b="0">
                <a:solidFill>
                  <a:srgbClr val="607481"/>
                </a:solidFill>
                <a:latin typeface="Noto Sans KR"/>
                <a:ea typeface="Noto Sans KR"/>
                <a:cs typeface="Noto Sans KR"/>
              </a:defRPr>
            </a:lvl2pPr>
            <a:lvl3pPr>
              <a:defRPr sz="1275" b="0">
                <a:solidFill>
                  <a:srgbClr val="607481"/>
                </a:solidFill>
                <a:latin typeface="Noto Sans KR"/>
                <a:ea typeface="Noto Sans KR"/>
                <a:cs typeface="Noto Sans KR"/>
              </a:defRPr>
            </a:lvl3pPr>
            <a:lvl4pPr>
              <a:defRPr sz="1275" b="0">
                <a:solidFill>
                  <a:srgbClr val="607481"/>
                </a:solidFill>
                <a:latin typeface="Noto Sans KR"/>
                <a:ea typeface="Noto Sans KR"/>
                <a:cs typeface="Noto Sans KR"/>
              </a:defRPr>
            </a:lvl4pPr>
            <a:lvl5pPr>
              <a:defRPr sz="1275" b="0">
                <a:solidFill>
                  <a:srgbClr val="607481"/>
                </a:solidFill>
                <a:latin typeface="Noto Sans KR"/>
                <a:ea typeface="Noto Sans KR"/>
                <a:cs typeface="Noto Sans KR"/>
              </a:defRPr>
            </a:lvl5pPr>
            <a:lvl6pPr>
              <a:defRPr sz="1275" b="0">
                <a:solidFill>
                  <a:srgbClr val="607481"/>
                </a:solidFill>
                <a:latin typeface="Noto Sans KR"/>
                <a:ea typeface="Noto Sans KR"/>
                <a:cs typeface="Noto Sans KR"/>
              </a:defRPr>
            </a:lvl6pPr>
            <a:lvl7pPr>
              <a:defRPr sz="1275" b="0">
                <a:solidFill>
                  <a:srgbClr val="607481"/>
                </a:solidFill>
                <a:latin typeface="Noto Sans KR"/>
                <a:ea typeface="Noto Sans KR"/>
                <a:cs typeface="Noto Sans KR"/>
              </a:defRPr>
            </a:lvl7pPr>
            <a:lvl8pPr>
              <a:defRPr sz="1275" b="0">
                <a:solidFill>
                  <a:srgbClr val="607481"/>
                </a:solidFill>
                <a:latin typeface="Noto Sans KR"/>
                <a:ea typeface="Noto Sans KR"/>
                <a:cs typeface="Noto Sans KR"/>
              </a:defRPr>
            </a:lvl8pPr>
            <a:lvl9pPr>
              <a:defRPr sz="1275" b="0">
                <a:solidFill>
                  <a:srgbClr val="607481"/>
                </a:solidFill>
                <a:latin typeface="Noto Sans KR"/>
                <a:ea typeface="Noto Sans KR"/>
                <a:cs typeface="Noto Sans KR"/>
              </a:defRPr>
            </a:lvl9pPr>
          </a:lstStyle>
          <a:p xmlns:a="http://schemas.openxmlformats.org/drawingml/2006/main">
            <a:pPr>
              <a:defRPr sz="1275" b="0">
                <a:solidFill>
                  <a:srgbClr val="607481"/>
                </a:solidFill>
                <a:latin typeface="Noto Sans KR"/>
                <a:ea typeface="Noto Sans KR"/>
                <a:cs typeface="Noto Sans KR"/>
              </a:defRPr>
            </a:pPr>
            <a:r>
              <a:rPr sz="1275" b="0">
                <a:solidFill>
                  <a:srgbClr val="607481"/>
                </a:solidFill>
                <a:latin typeface="Noto Sans KR"/>
                <a:ea typeface="Noto Sans KR"/>
                <a:cs typeface="Noto Sans KR"/>
              </a:rPr>
              <a:t>3 / 11쪽</a:t>
            </a:r>
          </a:p>
        </p:txBody>
      </p:sp>
    </p:spTree>
    <p:extLst>
      <p:ext uri="{BB962C8B-B14F-4D97-AF65-F5344CB8AC3E}">
        <p14:creationId xmlns:p14="http://schemas.microsoft.com/office/powerpoint/2010/main" val="13300423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ED1B549C-A319-43CE-B02D-B8682DA6E0D1}"/>
              </a:ext>
            </a:extLst>
          </p:cNvPr>
          <p:cNvSpPr>
            <a:spLocks xmlns:a="http://schemas.openxmlformats.org/drawingml/2006/main" noGrp="1"/>
          </p:cNvSpPr>
          <p:nvPr/>
        </p:nvSpPr>
        <p:spPr>
          <a:xfrm xmlns:a="http://schemas.openxmlformats.org/drawingml/2006/main">
            <a:off x="609600" y="428625"/>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3000" b="1">
                <a:solidFill>
                  <a:srgbClr val="102B40"/>
                </a:solidFill>
                <a:latin typeface="Noto Sans KR"/>
                <a:ea typeface="Noto Sans KR"/>
                <a:cs typeface="Noto Sans KR"/>
              </a:defRPr>
            </a:defPPr>
            <a:lvl1pPr>
              <a:defRPr sz="3000" b="1">
                <a:solidFill>
                  <a:srgbClr val="102B40"/>
                </a:solidFill>
                <a:latin typeface="Noto Sans KR"/>
                <a:ea typeface="Noto Sans KR"/>
                <a:cs typeface="Noto Sans KR"/>
              </a:defRPr>
            </a:lvl1pPr>
            <a:lvl2pPr>
              <a:defRPr sz="3000" b="1">
                <a:solidFill>
                  <a:srgbClr val="102B40"/>
                </a:solidFill>
                <a:latin typeface="Noto Sans KR"/>
                <a:ea typeface="Noto Sans KR"/>
                <a:cs typeface="Noto Sans KR"/>
              </a:defRPr>
            </a:lvl2pPr>
            <a:lvl3pPr>
              <a:defRPr sz="3000" b="1">
                <a:solidFill>
                  <a:srgbClr val="102B40"/>
                </a:solidFill>
                <a:latin typeface="Noto Sans KR"/>
                <a:ea typeface="Noto Sans KR"/>
                <a:cs typeface="Noto Sans KR"/>
              </a:defRPr>
            </a:lvl3pPr>
            <a:lvl4pPr>
              <a:defRPr sz="3000" b="1">
                <a:solidFill>
                  <a:srgbClr val="102B40"/>
                </a:solidFill>
                <a:latin typeface="Noto Sans KR"/>
                <a:ea typeface="Noto Sans KR"/>
                <a:cs typeface="Noto Sans KR"/>
              </a:defRPr>
            </a:lvl4pPr>
            <a:lvl5pPr>
              <a:defRPr sz="3000" b="1">
                <a:solidFill>
                  <a:srgbClr val="102B40"/>
                </a:solidFill>
                <a:latin typeface="Noto Sans KR"/>
                <a:ea typeface="Noto Sans KR"/>
                <a:cs typeface="Noto Sans KR"/>
              </a:defRPr>
            </a:lvl5pPr>
            <a:lvl6pPr>
              <a:defRPr sz="3000" b="1">
                <a:solidFill>
                  <a:srgbClr val="102B40"/>
                </a:solidFill>
                <a:latin typeface="Noto Sans KR"/>
                <a:ea typeface="Noto Sans KR"/>
                <a:cs typeface="Noto Sans KR"/>
              </a:defRPr>
            </a:lvl6pPr>
            <a:lvl7pPr>
              <a:defRPr sz="3000" b="1">
                <a:solidFill>
                  <a:srgbClr val="102B40"/>
                </a:solidFill>
                <a:latin typeface="Noto Sans KR"/>
                <a:ea typeface="Noto Sans KR"/>
                <a:cs typeface="Noto Sans KR"/>
              </a:defRPr>
            </a:lvl7pPr>
            <a:lvl8pPr>
              <a:defRPr sz="3000" b="1">
                <a:solidFill>
                  <a:srgbClr val="102B40"/>
                </a:solidFill>
                <a:latin typeface="Noto Sans KR"/>
                <a:ea typeface="Noto Sans KR"/>
                <a:cs typeface="Noto Sans KR"/>
              </a:defRPr>
            </a:lvl8pPr>
            <a:lvl9pPr>
              <a:defRPr sz="3000" b="1">
                <a:solidFill>
                  <a:srgbClr val="102B40"/>
                </a:solidFill>
                <a:latin typeface="Noto Sans KR"/>
                <a:ea typeface="Noto Sans KR"/>
                <a:cs typeface="Noto Sans KR"/>
              </a:defRPr>
            </a:lvl9pPr>
          </a:lstStyle>
          <a:p xmlns:a="http://schemas.openxmlformats.org/drawingml/2006/main">
            <a:pPr>
              <a:defRPr sz="3000" b="1">
                <a:solidFill>
                  <a:srgbClr val="102B40"/>
                </a:solidFill>
                <a:latin typeface="Noto Sans KR"/>
                <a:ea typeface="Noto Sans KR"/>
                <a:cs typeface="Noto Sans KR"/>
              </a:defRPr>
            </a:pPr>
            <a:r>
              <a:rPr sz="3000" b="1">
                <a:solidFill>
                  <a:srgbClr val="102B40"/>
                </a:solidFill>
                <a:latin typeface="Noto Sans KR"/>
                <a:ea typeface="Noto Sans KR"/>
                <a:cs typeface="Noto Sans KR"/>
              </a:rPr>
              <a:t>정착하면 이렇게 일할 수 있습니다</a:t>
            </a:r>
          </a:p>
        </p:txBody>
      </p:sp>
      <p:sp>
        <p:nvSpPr>
          <p:cNvPr id="2" name="text-1">
            <a:extLst xmlns:a="http://schemas.openxmlformats.org/drawingml/2006/main">
              <a:ext uri="{FF2B5EF4-FFF2-40B4-BE49-F238E27FC236}">
                <a16:creationId xmlns:a16="http://schemas.microsoft.com/office/drawing/2014/main" id="{BE517DFD-AF33-4D89-914F-DED2FCE43E03}"/>
              </a:ext>
            </a:extLst>
          </p:cNvPr>
          <p:cNvSpPr>
            <a:spLocks xmlns:a="http://schemas.openxmlformats.org/drawingml/2006/main" noGrp="1"/>
          </p:cNvSpPr>
          <p:nvPr/>
        </p:nvSpPr>
        <p:spPr>
          <a:xfrm xmlns:a="http://schemas.openxmlformats.org/drawingml/2006/main">
            <a:off x="628650" y="1133475"/>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650" b="0">
                <a:solidFill>
                  <a:srgbClr val="607481"/>
                </a:solidFill>
                <a:latin typeface="Noto Sans KR"/>
                <a:ea typeface="Noto Sans KR"/>
                <a:cs typeface="Noto Sans KR"/>
              </a:defRPr>
            </a:defPPr>
            <a:lvl1pPr>
              <a:defRPr sz="1650" b="0">
                <a:solidFill>
                  <a:srgbClr val="607481"/>
                </a:solidFill>
                <a:latin typeface="Noto Sans KR"/>
                <a:ea typeface="Noto Sans KR"/>
                <a:cs typeface="Noto Sans KR"/>
              </a:defRPr>
            </a:lvl1pPr>
            <a:lvl2pPr>
              <a:defRPr sz="1650" b="0">
                <a:solidFill>
                  <a:srgbClr val="607481"/>
                </a:solidFill>
                <a:latin typeface="Noto Sans KR"/>
                <a:ea typeface="Noto Sans KR"/>
                <a:cs typeface="Noto Sans KR"/>
              </a:defRPr>
            </a:lvl2pPr>
            <a:lvl3pPr>
              <a:defRPr sz="1650" b="0">
                <a:solidFill>
                  <a:srgbClr val="607481"/>
                </a:solidFill>
                <a:latin typeface="Noto Sans KR"/>
                <a:ea typeface="Noto Sans KR"/>
                <a:cs typeface="Noto Sans KR"/>
              </a:defRPr>
            </a:lvl3pPr>
            <a:lvl4pPr>
              <a:defRPr sz="1650" b="0">
                <a:solidFill>
                  <a:srgbClr val="607481"/>
                </a:solidFill>
                <a:latin typeface="Noto Sans KR"/>
                <a:ea typeface="Noto Sans KR"/>
                <a:cs typeface="Noto Sans KR"/>
              </a:defRPr>
            </a:lvl4pPr>
            <a:lvl5pPr>
              <a:defRPr sz="1650" b="0">
                <a:solidFill>
                  <a:srgbClr val="607481"/>
                </a:solidFill>
                <a:latin typeface="Noto Sans KR"/>
                <a:ea typeface="Noto Sans KR"/>
                <a:cs typeface="Noto Sans KR"/>
              </a:defRPr>
            </a:lvl5pPr>
            <a:lvl6pPr>
              <a:defRPr sz="1650" b="0">
                <a:solidFill>
                  <a:srgbClr val="607481"/>
                </a:solidFill>
                <a:latin typeface="Noto Sans KR"/>
                <a:ea typeface="Noto Sans KR"/>
                <a:cs typeface="Noto Sans KR"/>
              </a:defRPr>
            </a:lvl6pPr>
            <a:lvl7pPr>
              <a:defRPr sz="1650" b="0">
                <a:solidFill>
                  <a:srgbClr val="607481"/>
                </a:solidFill>
                <a:latin typeface="Noto Sans KR"/>
                <a:ea typeface="Noto Sans KR"/>
                <a:cs typeface="Noto Sans KR"/>
              </a:defRPr>
            </a:lvl7pPr>
            <a:lvl8pPr>
              <a:defRPr sz="1650" b="0">
                <a:solidFill>
                  <a:srgbClr val="607481"/>
                </a:solidFill>
                <a:latin typeface="Noto Sans KR"/>
                <a:ea typeface="Noto Sans KR"/>
                <a:cs typeface="Noto Sans KR"/>
              </a:defRPr>
            </a:lvl8pPr>
            <a:lvl9pPr>
              <a:defRPr sz="1650" b="0">
                <a:solidFill>
                  <a:srgbClr val="607481"/>
                </a:solidFill>
                <a:latin typeface="Noto Sans KR"/>
                <a:ea typeface="Noto Sans KR"/>
                <a:cs typeface="Noto Sans KR"/>
              </a:defRPr>
            </a:lvl9pPr>
          </a:lstStyle>
          <a:p xmlns:a="http://schemas.openxmlformats.org/drawingml/2006/main">
            <a:pPr>
              <a:defRPr sz="1650" b="0">
                <a:solidFill>
                  <a:srgbClr val="607481"/>
                </a:solidFill>
                <a:latin typeface="Noto Sans KR"/>
                <a:ea typeface="Noto Sans KR"/>
                <a:cs typeface="Noto Sans KR"/>
              </a:defRPr>
            </a:pPr>
            <a:r>
              <a:rPr sz="1650" b="0">
                <a:solidFill>
                  <a:srgbClr val="607481"/>
                </a:solidFill>
                <a:latin typeface="Noto Sans KR"/>
                <a:ea typeface="Noto Sans KR"/>
                <a:cs typeface="Noto Sans KR"/>
              </a:rPr>
              <a:t>기록을 함께 사용하면 확인과 대응 방식이 달라집니다</a:t>
            </a:r>
          </a:p>
        </p:txBody>
      </p:sp>
      <p:graphicFrame>
        <p:nvGraphicFramePr>
          <p:cNvPr id="3" name="">
            <a:extLst xmlns:a="http://schemas.openxmlformats.org/drawingml/2006/main">
              <a:ext uri="{FF2B5EF4-FFF2-40B4-BE49-F238E27FC236}">
                <a16:creationId xmlns:a16="http://schemas.microsoft.com/office/drawing/2014/main" id="{5AFD71BD-1EBC-4751-B490-B611D89CAC39}"/>
              </a:ext>
            </a:extLst>
          </p:cNvPr>
          <p:cNvGraphicFramePr/>
          <p:nvPr/>
        </p:nvGraphicFramePr>
        <p:xfrm>
          <a:off xmlns:a="http://schemas.openxmlformats.org/drawingml/2006/main" x="628650" y="1924050"/>
          <a:ext xmlns:a="http://schemas.openxmlformats.org/drawingml/2006/main" cx="10934700" cy="3371850"/>
        </p:xfrm>
        <a:graphic xmlns:a="http://schemas.openxmlformats.org/drawingml/2006/main">
          <a:graphicData uri="http://schemas.openxmlformats.org/drawingml/2006/table">
            <a:tbl>
              <a:tblPr/>
              <a:tblGrid>
                <a:gridCol w="3143250"/>
                <a:gridCol w="7791450"/>
              </a:tblGrid>
              <a:tr h="674370">
                <a:tc>
                  <a:txBody>
                    <a:bodyPr lIns="114300" tIns="114300" rIns="114300" bIns="114300"/>
                    <a:lstStyle/>
                    <a:p>
                      <a:r>
                        <a:rPr sz="1875" b="1">
                          <a:solidFill>
                            <a:srgbClr val="FFFFFF"/>
                          </a:solidFill>
                          <a:latin typeface="Noto Sans KR"/>
                          <a:ea typeface="Noto Sans KR"/>
                          <a:cs typeface="Noto Sans KR"/>
                        </a:rPr>
                        <a:t>업무 상황</a:t>
                      </a:r>
                    </a:p>
                  </a:txBody>
                  <a:tcPr marL="91440" marR="91440" marT="45720" marB="45720" anchor="ctr">
                    <a:lnL w="9525">
                      <a:solidFill>
                        <a:srgbClr val="D6E2E6"/>
                      </a:solidFill>
                      <a:prstDash val="solid"/>
                    </a:lnL>
                    <a:lnR w="9525">
                      <a:solidFill>
                        <a:srgbClr val="D6E2E6"/>
                      </a:solidFill>
                      <a:prstDash val="solid"/>
                    </a:lnR>
                    <a:lnT w="9525">
                      <a:solidFill>
                        <a:srgbClr val="D6E2E6"/>
                      </a:solidFill>
                      <a:prstDash val="solid"/>
                    </a:lnT>
                    <a:lnB w="9525">
                      <a:solidFill>
                        <a:srgbClr val="D6E2E6"/>
                      </a:solidFill>
                      <a:prstDash val="solid"/>
                    </a:lnB>
                    <a:solidFill>
                      <a:srgbClr val="102B40"/>
                    </a:solidFill>
                  </a:tcPr>
                </a:tc>
                <a:tc>
                  <a:txBody>
                    <a:bodyPr lIns="114300" tIns="114300" rIns="114300" bIns="114300"/>
                    <a:lstStyle/>
                    <a:p>
                      <a:r>
                        <a:rPr sz="1875" b="1">
                          <a:solidFill>
                            <a:srgbClr val="FFFFFF"/>
                          </a:solidFill>
                          <a:latin typeface="Noto Sans KR"/>
                          <a:ea typeface="Noto Sans KR"/>
                          <a:cs typeface="Noto Sans KR"/>
                        </a:rPr>
                        <a:t>함께 확인하고 처리하는 모습</a:t>
                      </a:r>
                    </a:p>
                  </a:txBody>
                  <a:tcPr marL="91440" marR="91440" marT="45720" marB="45720" anchor="ctr">
                    <a:lnR w="9525">
                      <a:solidFill>
                        <a:srgbClr val="D6E2E6"/>
                      </a:solidFill>
                      <a:prstDash val="solid"/>
                    </a:lnR>
                    <a:lnT w="9525">
                      <a:solidFill>
                        <a:srgbClr val="D6E2E6"/>
                      </a:solidFill>
                      <a:prstDash val="solid"/>
                    </a:lnT>
                    <a:lnB w="9525">
                      <a:solidFill>
                        <a:srgbClr val="D6E2E6"/>
                      </a:solidFill>
                      <a:prstDash val="solid"/>
                    </a:lnB>
                    <a:solidFill>
                      <a:srgbClr val="102B40"/>
                    </a:solidFill>
                  </a:tcPr>
                </a:tc>
              </a:tr>
              <a:tr h="674370">
                <a:tc>
                  <a:txBody>
                    <a:bodyPr lIns="114300" tIns="114300" rIns="114300" bIns="114300"/>
                    <a:lstStyle/>
                    <a:p>
                      <a:r>
                        <a:rPr sz="1875" b="0">
                          <a:solidFill>
                            <a:srgbClr val="183448"/>
                          </a:solidFill>
                          <a:latin typeface="Noto Sans KR"/>
                          <a:ea typeface="Noto Sans KR"/>
                          <a:cs typeface="Noto Sans KR"/>
                        </a:rPr>
                        <a:t>진행 상황을 알고 싶을 때</a:t>
                      </a:r>
                    </a:p>
                  </a:txBody>
                  <a:tcPr marL="91440" marR="91440" marT="45720" marB="45720" anchor="ctr">
                    <a:lnL w="9525">
                      <a:solidFill>
                        <a:srgbClr val="D6E2E6"/>
                      </a:solidFill>
                      <a:prstDash val="solid"/>
                    </a:lnL>
                    <a:lnR w="9525">
                      <a:solidFill>
                        <a:srgbClr val="D6E2E6"/>
                      </a:solidFill>
                      <a:prstDash val="solid"/>
                    </a:lnR>
                    <a:lnB w="9525">
                      <a:solidFill>
                        <a:srgbClr val="D6E2E6"/>
                      </a:solidFill>
                      <a:prstDash val="solid"/>
                    </a:lnB>
                    <a:solidFill>
                      <a:srgbClr val="EFF5F6"/>
                    </a:solidFill>
                  </a:tcPr>
                </a:tc>
                <a:tc>
                  <a:txBody>
                    <a:bodyPr lIns="114300" tIns="114300" rIns="114300" bIns="114300"/>
                    <a:lstStyle/>
                    <a:p>
                      <a:r>
                        <a:rPr sz="1875" b="0">
                          <a:solidFill>
                            <a:srgbClr val="183448"/>
                          </a:solidFill>
                          <a:latin typeface="Noto Sans KR"/>
                          <a:ea typeface="Noto Sans KR"/>
                          <a:cs typeface="Noto Sans KR"/>
                        </a:rPr>
                        <a:t>담당자에게 묻기 전에 주문 화면에서 현재 단계 확인</a:t>
                      </a:r>
                    </a:p>
                  </a:txBody>
                  <a:tcPr marL="91440" marR="91440" marT="45720" marB="45720" anchor="ctr">
                    <a:lnR w="9525">
                      <a:solidFill>
                        <a:srgbClr val="D6E2E6"/>
                      </a:solidFill>
                      <a:prstDash val="solid"/>
                    </a:lnR>
                    <a:lnB w="9525">
                      <a:solidFill>
                        <a:srgbClr val="D6E2E6"/>
                      </a:solidFill>
                      <a:prstDash val="solid"/>
                    </a:lnB>
                    <a:solidFill>
                      <a:srgbClr val="EFF5F6"/>
                    </a:solidFill>
                  </a:tcPr>
                </a:tc>
              </a:tr>
              <a:tr h="674370">
                <a:tc>
                  <a:txBody>
                    <a:bodyPr lIns="114300" tIns="114300" rIns="114300" bIns="114300"/>
                    <a:lstStyle/>
                    <a:p>
                      <a:r>
                        <a:rPr sz="1875" b="0">
                          <a:solidFill>
                            <a:srgbClr val="183448"/>
                          </a:solidFill>
                          <a:latin typeface="Noto Sans KR"/>
                          <a:ea typeface="Noto Sans KR"/>
                          <a:cs typeface="Noto Sans KR"/>
                        </a:rPr>
                        <a:t>입고나 검사가 끝났을 때</a:t>
                      </a:r>
                    </a:p>
                  </a:txBody>
                  <a:tcPr marL="91440" marR="91440" marT="45720" marB="45720" anchor="ctr">
                    <a:lnL w="9525">
                      <a:solidFill>
                        <a:srgbClr val="D6E2E6"/>
                      </a:solidFill>
                      <a:prstDash val="solid"/>
                    </a:lnL>
                    <a:lnR w="9525">
                      <a:solidFill>
                        <a:srgbClr val="D6E2E6"/>
                      </a:solidFill>
                      <a:prstDash val="solid"/>
                    </a:lnR>
                    <a:lnB w="9525">
                      <a:solidFill>
                        <a:srgbClr val="D6E2E6"/>
                      </a:solidFill>
                      <a:prstDash val="solid"/>
                    </a:lnB>
                    <a:solidFill>
                      <a:srgbClr val="FFFFFF"/>
                    </a:solidFill>
                  </a:tcPr>
                </a:tc>
                <a:tc>
                  <a:txBody>
                    <a:bodyPr lIns="114300" tIns="114300" rIns="114300" bIns="114300"/>
                    <a:lstStyle/>
                    <a:p>
                      <a:r>
                        <a:rPr sz="1875" b="0">
                          <a:solidFill>
                            <a:srgbClr val="183448"/>
                          </a:solidFill>
                          <a:latin typeface="Noto Sans KR"/>
                          <a:ea typeface="Noto Sans KR"/>
                          <a:cs typeface="Noto Sans KR"/>
                        </a:rPr>
                        <a:t>다음 담당자의 할 일에 표시되어 후속 업무 연결</a:t>
                      </a:r>
                    </a:p>
                  </a:txBody>
                  <a:tcPr marL="91440" marR="91440" marT="45720" marB="45720" anchor="ctr">
                    <a:lnR w="9525">
                      <a:solidFill>
                        <a:srgbClr val="D6E2E6"/>
                      </a:solidFill>
                      <a:prstDash val="solid"/>
                    </a:lnR>
                    <a:lnB w="9525">
                      <a:solidFill>
                        <a:srgbClr val="D6E2E6"/>
                      </a:solidFill>
                      <a:prstDash val="solid"/>
                    </a:lnB>
                    <a:solidFill>
                      <a:srgbClr val="FFFFFF"/>
                    </a:solidFill>
                  </a:tcPr>
                </a:tc>
              </a:tr>
              <a:tr h="674370">
                <a:tc>
                  <a:txBody>
                    <a:bodyPr lIns="114300" tIns="114300" rIns="114300" bIns="114300"/>
                    <a:lstStyle/>
                    <a:p>
                      <a:r>
                        <a:rPr sz="1875" b="0">
                          <a:solidFill>
                            <a:srgbClr val="183448"/>
                          </a:solidFill>
                          <a:latin typeface="Noto Sans KR"/>
                          <a:ea typeface="Noto Sans KR"/>
                          <a:cs typeface="Noto Sans KR"/>
                        </a:rPr>
                        <a:t>납기 문제가 예상될 때</a:t>
                      </a:r>
                    </a:p>
                  </a:txBody>
                  <a:tcPr marL="91440" marR="91440" marT="45720" marB="45720" anchor="ctr">
                    <a:lnL w="9525">
                      <a:solidFill>
                        <a:srgbClr val="D6E2E6"/>
                      </a:solidFill>
                      <a:prstDash val="solid"/>
                    </a:lnL>
                    <a:lnR w="9525">
                      <a:solidFill>
                        <a:srgbClr val="D6E2E6"/>
                      </a:solidFill>
                      <a:prstDash val="solid"/>
                    </a:lnR>
                    <a:lnB w="9525">
                      <a:solidFill>
                        <a:srgbClr val="D6E2E6"/>
                      </a:solidFill>
                      <a:prstDash val="solid"/>
                    </a:lnB>
                    <a:solidFill>
                      <a:srgbClr val="EFF5F6"/>
                    </a:solidFill>
                  </a:tcPr>
                </a:tc>
                <a:tc>
                  <a:txBody>
                    <a:bodyPr lIns="114300" tIns="114300" rIns="114300" bIns="114300"/>
                    <a:lstStyle/>
                    <a:p>
                      <a:r>
                        <a:rPr sz="1875" b="0">
                          <a:solidFill>
                            <a:srgbClr val="183448"/>
                          </a:solidFill>
                          <a:latin typeface="Noto Sans KR"/>
                          <a:ea typeface="Noto Sans KR"/>
                          <a:cs typeface="Noto Sans KR"/>
                        </a:rPr>
                        <a:t>지연 사유·영향 주문을 확인하고 지원할 일 결정</a:t>
                      </a:r>
                    </a:p>
                  </a:txBody>
                  <a:tcPr marL="91440" marR="91440" marT="45720" marB="45720" anchor="ctr">
                    <a:lnR w="9525">
                      <a:solidFill>
                        <a:srgbClr val="D6E2E6"/>
                      </a:solidFill>
                      <a:prstDash val="solid"/>
                    </a:lnR>
                    <a:lnB w="9525">
                      <a:solidFill>
                        <a:srgbClr val="D6E2E6"/>
                      </a:solidFill>
                      <a:prstDash val="solid"/>
                    </a:lnB>
                    <a:solidFill>
                      <a:srgbClr val="EFF5F6"/>
                    </a:solidFill>
                  </a:tcPr>
                </a:tc>
              </a:tr>
              <a:tr h="674370">
                <a:tc>
                  <a:txBody>
                    <a:bodyPr lIns="114300" tIns="114300" rIns="114300" bIns="114300"/>
                    <a:lstStyle/>
                    <a:p>
                      <a:r>
                        <a:rPr sz="1875" b="0">
                          <a:solidFill>
                            <a:srgbClr val="183448"/>
                          </a:solidFill>
                          <a:latin typeface="Noto Sans KR"/>
                          <a:ea typeface="Noto Sans KR"/>
                          <a:cs typeface="Noto Sans KR"/>
                        </a:rPr>
                        <a:t>불량이 다시 생길 때</a:t>
                      </a:r>
                    </a:p>
                  </a:txBody>
                  <a:tcPr marL="91440" marR="91440" marT="45720" marB="45720" anchor="ctr">
                    <a:lnL w="9525">
                      <a:solidFill>
                        <a:srgbClr val="D6E2E6"/>
                      </a:solidFill>
                      <a:prstDash val="solid"/>
                    </a:lnL>
                    <a:lnR w="9525">
                      <a:solidFill>
                        <a:srgbClr val="D6E2E6"/>
                      </a:solidFill>
                      <a:prstDash val="solid"/>
                    </a:lnR>
                    <a:lnB w="9525">
                      <a:solidFill>
                        <a:srgbClr val="D6E2E6"/>
                      </a:solidFill>
                      <a:prstDash val="solid"/>
                    </a:lnB>
                    <a:solidFill>
                      <a:srgbClr val="FFFFFF"/>
                    </a:solidFill>
                  </a:tcPr>
                </a:tc>
                <a:tc>
                  <a:txBody>
                    <a:bodyPr lIns="114300" tIns="114300" rIns="114300" bIns="114300"/>
                    <a:lstStyle/>
                    <a:p>
                      <a:r>
                        <a:rPr sz="1875" b="0">
                          <a:solidFill>
                            <a:srgbClr val="183448"/>
                          </a:solidFill>
                          <a:latin typeface="Noto Sans KR"/>
                          <a:ea typeface="Noto Sans KR"/>
                          <a:cs typeface="Noto Sans KR"/>
                        </a:rPr>
                        <a:t>이전 원인·조치 결과를 찾아 다음 작업에 반영</a:t>
                      </a:r>
                    </a:p>
                  </a:txBody>
                  <a:tcPr marL="91440" marR="91440" marT="45720" marB="45720" anchor="ctr">
                    <a:lnR w="9525">
                      <a:solidFill>
                        <a:srgbClr val="D6E2E6"/>
                      </a:solidFill>
                      <a:prstDash val="solid"/>
                    </a:lnR>
                    <a:lnB w="9525">
                      <a:solidFill>
                        <a:srgbClr val="D6E2E6"/>
                      </a:solidFill>
                      <a:prstDash val="solid"/>
                    </a:lnB>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66506E49-9C85-4608-9B23-4C245C2AB2F8}"/>
              </a:ext>
            </a:extLst>
          </p:cNvPr>
          <p:cNvSpPr>
            <a:spLocks xmlns:a="http://schemas.openxmlformats.org/drawingml/2006/main" noGrp="1"/>
          </p:cNvSpPr>
          <p:nvPr/>
        </p:nvSpPr>
        <p:spPr>
          <a:xfrm xmlns:a="http://schemas.openxmlformats.org/drawingml/2006/main">
            <a:off x="628650" y="5829300"/>
            <a:ext cx="10839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350" b="0">
                <a:solidFill>
                  <a:srgbClr val="607481"/>
                </a:solidFill>
                <a:latin typeface="Noto Sans KR"/>
                <a:ea typeface="Noto Sans KR"/>
                <a:cs typeface="Noto Sans KR"/>
              </a:defRPr>
            </a:defPPr>
            <a:lvl1pPr>
              <a:defRPr sz="1350" b="0">
                <a:solidFill>
                  <a:srgbClr val="607481"/>
                </a:solidFill>
                <a:latin typeface="Noto Sans KR"/>
                <a:ea typeface="Noto Sans KR"/>
                <a:cs typeface="Noto Sans KR"/>
              </a:defRPr>
            </a:lvl1pPr>
            <a:lvl2pPr>
              <a:defRPr sz="1350" b="0">
                <a:solidFill>
                  <a:srgbClr val="607481"/>
                </a:solidFill>
                <a:latin typeface="Noto Sans KR"/>
                <a:ea typeface="Noto Sans KR"/>
                <a:cs typeface="Noto Sans KR"/>
              </a:defRPr>
            </a:lvl2pPr>
            <a:lvl3pPr>
              <a:defRPr sz="1350" b="0">
                <a:solidFill>
                  <a:srgbClr val="607481"/>
                </a:solidFill>
                <a:latin typeface="Noto Sans KR"/>
                <a:ea typeface="Noto Sans KR"/>
                <a:cs typeface="Noto Sans KR"/>
              </a:defRPr>
            </a:lvl3pPr>
            <a:lvl4pPr>
              <a:defRPr sz="1350" b="0">
                <a:solidFill>
                  <a:srgbClr val="607481"/>
                </a:solidFill>
                <a:latin typeface="Noto Sans KR"/>
                <a:ea typeface="Noto Sans KR"/>
                <a:cs typeface="Noto Sans KR"/>
              </a:defRPr>
            </a:lvl4pPr>
            <a:lvl5pPr>
              <a:defRPr sz="1350" b="0">
                <a:solidFill>
                  <a:srgbClr val="607481"/>
                </a:solidFill>
                <a:latin typeface="Noto Sans KR"/>
                <a:ea typeface="Noto Sans KR"/>
                <a:cs typeface="Noto Sans KR"/>
              </a:defRPr>
            </a:lvl5pPr>
            <a:lvl6pPr>
              <a:defRPr sz="1350" b="0">
                <a:solidFill>
                  <a:srgbClr val="607481"/>
                </a:solidFill>
                <a:latin typeface="Noto Sans KR"/>
                <a:ea typeface="Noto Sans KR"/>
                <a:cs typeface="Noto Sans KR"/>
              </a:defRPr>
            </a:lvl6pPr>
            <a:lvl7pPr>
              <a:defRPr sz="1350" b="0">
                <a:solidFill>
                  <a:srgbClr val="607481"/>
                </a:solidFill>
                <a:latin typeface="Noto Sans KR"/>
                <a:ea typeface="Noto Sans KR"/>
                <a:cs typeface="Noto Sans KR"/>
              </a:defRPr>
            </a:lvl7pPr>
            <a:lvl8pPr>
              <a:defRPr sz="1350" b="0">
                <a:solidFill>
                  <a:srgbClr val="607481"/>
                </a:solidFill>
                <a:latin typeface="Noto Sans KR"/>
                <a:ea typeface="Noto Sans KR"/>
                <a:cs typeface="Noto Sans KR"/>
              </a:defRPr>
            </a:lvl8pPr>
            <a:lvl9pPr>
              <a:defRPr sz="1350" b="0">
                <a:solidFill>
                  <a:srgbClr val="607481"/>
                </a:solidFill>
                <a:latin typeface="Noto Sans KR"/>
                <a:ea typeface="Noto Sans KR"/>
                <a:cs typeface="Noto Sans KR"/>
              </a:defRPr>
            </a:lvl9pPr>
          </a:lstStyle>
          <a:p xmlns:a="http://schemas.openxmlformats.org/drawingml/2006/main">
            <a:pPr>
              <a:defRPr sz="1350" b="0">
                <a:solidFill>
                  <a:srgbClr val="607481"/>
                </a:solidFill>
                <a:latin typeface="Noto Sans KR"/>
                <a:ea typeface="Noto Sans KR"/>
                <a:cs typeface="Noto Sans KR"/>
              </a:defRPr>
            </a:pPr>
            <a:r>
              <a:rPr sz="1350" b="0">
                <a:solidFill>
                  <a:srgbClr val="607481"/>
                </a:solidFill>
                <a:latin typeface="Noto Sans KR"/>
                <a:ea typeface="Noto Sans KR"/>
                <a:cs typeface="Noto Sans KR"/>
              </a:rPr>
              <a:t>정착 후 목표로 하는 업무 모습. 실제 개선 효과는 현장 시험을 통해 확인</a:t>
            </a:r>
          </a:p>
        </p:txBody>
      </p:sp>
      <p:sp>
        <p:nvSpPr>
          <p:cNvPr id="5" name="text-3">
            <a:extLst xmlns:a="http://schemas.openxmlformats.org/drawingml/2006/main">
              <a:ext uri="{FF2B5EF4-FFF2-40B4-BE49-F238E27FC236}">
                <a16:creationId xmlns:a16="http://schemas.microsoft.com/office/drawing/2014/main" id="{91B029C8-C94A-4374-8FDC-6B5050C615A1}"/>
              </a:ext>
            </a:extLst>
          </p:cNvPr>
          <p:cNvSpPr>
            <a:spLocks xmlns:a="http://schemas.openxmlformats.org/drawingml/2006/main" noGrp="1"/>
          </p:cNvSpPr>
          <p:nvPr/>
        </p:nvSpPr>
        <p:spPr>
          <a:xfrm xmlns:a="http://schemas.openxmlformats.org/drawingml/2006/main">
            <a:off x="6810375" y="1238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275" b="1">
                <a:solidFill>
                  <a:srgbClr val="007F83"/>
                </a:solidFill>
                <a:latin typeface="Noto Sans KR"/>
                <a:ea typeface="Noto Sans KR"/>
                <a:cs typeface="Noto Sans KR"/>
              </a:defRPr>
            </a:defPPr>
            <a:lvl1pPr>
              <a:defRPr sz="1275" b="1">
                <a:solidFill>
                  <a:srgbClr val="007F83"/>
                </a:solidFill>
                <a:latin typeface="Noto Sans KR"/>
                <a:ea typeface="Noto Sans KR"/>
                <a:cs typeface="Noto Sans KR"/>
              </a:defRPr>
            </a:lvl1pPr>
            <a:lvl2pPr>
              <a:defRPr sz="1275" b="1">
                <a:solidFill>
                  <a:srgbClr val="007F83"/>
                </a:solidFill>
                <a:latin typeface="Noto Sans KR"/>
                <a:ea typeface="Noto Sans KR"/>
                <a:cs typeface="Noto Sans KR"/>
              </a:defRPr>
            </a:lvl2pPr>
            <a:lvl3pPr>
              <a:defRPr sz="1275" b="1">
                <a:solidFill>
                  <a:srgbClr val="007F83"/>
                </a:solidFill>
                <a:latin typeface="Noto Sans KR"/>
                <a:ea typeface="Noto Sans KR"/>
                <a:cs typeface="Noto Sans KR"/>
              </a:defRPr>
            </a:lvl3pPr>
            <a:lvl4pPr>
              <a:defRPr sz="1275" b="1">
                <a:solidFill>
                  <a:srgbClr val="007F83"/>
                </a:solidFill>
                <a:latin typeface="Noto Sans KR"/>
                <a:ea typeface="Noto Sans KR"/>
                <a:cs typeface="Noto Sans KR"/>
              </a:defRPr>
            </a:lvl4pPr>
            <a:lvl5pPr>
              <a:defRPr sz="1275" b="1">
                <a:solidFill>
                  <a:srgbClr val="007F83"/>
                </a:solidFill>
                <a:latin typeface="Noto Sans KR"/>
                <a:ea typeface="Noto Sans KR"/>
                <a:cs typeface="Noto Sans KR"/>
              </a:defRPr>
            </a:lvl5pPr>
            <a:lvl6pPr>
              <a:defRPr sz="1275" b="1">
                <a:solidFill>
                  <a:srgbClr val="007F83"/>
                </a:solidFill>
                <a:latin typeface="Noto Sans KR"/>
                <a:ea typeface="Noto Sans KR"/>
                <a:cs typeface="Noto Sans KR"/>
              </a:defRPr>
            </a:lvl6pPr>
            <a:lvl7pPr>
              <a:defRPr sz="1275" b="1">
                <a:solidFill>
                  <a:srgbClr val="007F83"/>
                </a:solidFill>
                <a:latin typeface="Noto Sans KR"/>
                <a:ea typeface="Noto Sans KR"/>
                <a:cs typeface="Noto Sans KR"/>
              </a:defRPr>
            </a:lvl7pPr>
            <a:lvl8pPr>
              <a:defRPr sz="1275" b="1">
                <a:solidFill>
                  <a:srgbClr val="007F83"/>
                </a:solidFill>
                <a:latin typeface="Noto Sans KR"/>
                <a:ea typeface="Noto Sans KR"/>
                <a:cs typeface="Noto Sans KR"/>
              </a:defRPr>
            </a:lvl8pPr>
            <a:lvl9pPr>
              <a:defRPr sz="1275" b="1">
                <a:solidFill>
                  <a:srgbClr val="007F83"/>
                </a:solidFill>
                <a:latin typeface="Noto Sans KR"/>
                <a:ea typeface="Noto Sans KR"/>
                <a:cs typeface="Noto Sans KR"/>
              </a:defRPr>
            </a:lvl9pPr>
          </a:lstStyle>
          <a:p xmlns:a="http://schemas.openxmlformats.org/drawingml/2006/main">
            <a:pPr>
              <a:defRPr sz="1275" b="1">
                <a:solidFill>
                  <a:srgbClr val="007F83"/>
                </a:solidFill>
                <a:latin typeface="Noto Sans KR"/>
                <a:ea typeface="Noto Sans KR"/>
                <a:cs typeface="Noto Sans KR"/>
              </a:defRPr>
            </a:pPr>
            <a:r>
              <a:rPr sz="1275" b="1">
                <a:solidFill>
                  <a:srgbClr val="007F83"/>
                </a:solidFill>
                <a:latin typeface="Noto Sans KR"/>
                <a:ea typeface="Noto Sans KR"/>
                <a:cs typeface="Noto Sans KR"/>
              </a:rPr>
              <a:t>달라질 업무</a:t>
            </a:r>
          </a:p>
        </p:txBody>
      </p:sp>
      <p:sp>
        <p:nvSpPr>
          <p:cNvPr id="6" name="text-4">
            <a:extLst xmlns:a="http://schemas.openxmlformats.org/drawingml/2006/main">
              <a:ext uri="{FF2B5EF4-FFF2-40B4-BE49-F238E27FC236}">
                <a16:creationId xmlns:a16="http://schemas.microsoft.com/office/drawing/2014/main" id="{60348BCE-34D0-4BC0-A2B4-721BA467A11F}"/>
              </a:ext>
            </a:extLst>
          </p:cNvPr>
          <p:cNvSpPr>
            <a:spLocks xmlns:a="http://schemas.openxmlformats.org/drawingml/2006/main" noGrp="1"/>
          </p:cNvSpPr>
          <p:nvPr/>
        </p:nvSpPr>
        <p:spPr>
          <a:xfrm xmlns:a="http://schemas.openxmlformats.org/drawingml/2006/main">
            <a:off x="10382250" y="123825"/>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275" b="0">
                <a:solidFill>
                  <a:srgbClr val="607481"/>
                </a:solidFill>
                <a:latin typeface="Noto Sans KR"/>
                <a:ea typeface="Noto Sans KR"/>
                <a:cs typeface="Noto Sans KR"/>
              </a:defRPr>
            </a:defPPr>
            <a:lvl1pPr>
              <a:defRPr sz="1275" b="0">
                <a:solidFill>
                  <a:srgbClr val="607481"/>
                </a:solidFill>
                <a:latin typeface="Noto Sans KR"/>
                <a:ea typeface="Noto Sans KR"/>
                <a:cs typeface="Noto Sans KR"/>
              </a:defRPr>
            </a:lvl1pPr>
            <a:lvl2pPr>
              <a:defRPr sz="1275" b="0">
                <a:solidFill>
                  <a:srgbClr val="607481"/>
                </a:solidFill>
                <a:latin typeface="Noto Sans KR"/>
                <a:ea typeface="Noto Sans KR"/>
                <a:cs typeface="Noto Sans KR"/>
              </a:defRPr>
            </a:lvl2pPr>
            <a:lvl3pPr>
              <a:defRPr sz="1275" b="0">
                <a:solidFill>
                  <a:srgbClr val="607481"/>
                </a:solidFill>
                <a:latin typeface="Noto Sans KR"/>
                <a:ea typeface="Noto Sans KR"/>
                <a:cs typeface="Noto Sans KR"/>
              </a:defRPr>
            </a:lvl3pPr>
            <a:lvl4pPr>
              <a:defRPr sz="1275" b="0">
                <a:solidFill>
                  <a:srgbClr val="607481"/>
                </a:solidFill>
                <a:latin typeface="Noto Sans KR"/>
                <a:ea typeface="Noto Sans KR"/>
                <a:cs typeface="Noto Sans KR"/>
              </a:defRPr>
            </a:lvl4pPr>
            <a:lvl5pPr>
              <a:defRPr sz="1275" b="0">
                <a:solidFill>
                  <a:srgbClr val="607481"/>
                </a:solidFill>
                <a:latin typeface="Noto Sans KR"/>
                <a:ea typeface="Noto Sans KR"/>
                <a:cs typeface="Noto Sans KR"/>
              </a:defRPr>
            </a:lvl5pPr>
            <a:lvl6pPr>
              <a:defRPr sz="1275" b="0">
                <a:solidFill>
                  <a:srgbClr val="607481"/>
                </a:solidFill>
                <a:latin typeface="Noto Sans KR"/>
                <a:ea typeface="Noto Sans KR"/>
                <a:cs typeface="Noto Sans KR"/>
              </a:defRPr>
            </a:lvl6pPr>
            <a:lvl7pPr>
              <a:defRPr sz="1275" b="0">
                <a:solidFill>
                  <a:srgbClr val="607481"/>
                </a:solidFill>
                <a:latin typeface="Noto Sans KR"/>
                <a:ea typeface="Noto Sans KR"/>
                <a:cs typeface="Noto Sans KR"/>
              </a:defRPr>
            </a:lvl7pPr>
            <a:lvl8pPr>
              <a:defRPr sz="1275" b="0">
                <a:solidFill>
                  <a:srgbClr val="607481"/>
                </a:solidFill>
                <a:latin typeface="Noto Sans KR"/>
                <a:ea typeface="Noto Sans KR"/>
                <a:cs typeface="Noto Sans KR"/>
              </a:defRPr>
            </a:lvl8pPr>
            <a:lvl9pPr>
              <a:defRPr sz="1275" b="0">
                <a:solidFill>
                  <a:srgbClr val="607481"/>
                </a:solidFill>
                <a:latin typeface="Noto Sans KR"/>
                <a:ea typeface="Noto Sans KR"/>
                <a:cs typeface="Noto Sans KR"/>
              </a:defRPr>
            </a:lvl9pPr>
          </a:lstStyle>
          <a:p xmlns:a="http://schemas.openxmlformats.org/drawingml/2006/main">
            <a:pPr>
              <a:defRPr sz="1275" b="0">
                <a:solidFill>
                  <a:srgbClr val="607481"/>
                </a:solidFill>
                <a:latin typeface="Noto Sans KR"/>
                <a:ea typeface="Noto Sans KR"/>
                <a:cs typeface="Noto Sans KR"/>
              </a:defRPr>
            </a:pPr>
            <a:r>
              <a:rPr sz="1275" b="0">
                <a:solidFill>
                  <a:srgbClr val="607481"/>
                </a:solidFill>
                <a:latin typeface="Noto Sans KR"/>
                <a:ea typeface="Noto Sans KR"/>
                <a:cs typeface="Noto Sans KR"/>
              </a:rPr>
              <a:t>4 / 11쪽</a:t>
            </a:r>
          </a:p>
        </p:txBody>
      </p:sp>
    </p:spTree>
    <p:extLst>
      <p:ext uri="{BB962C8B-B14F-4D97-AF65-F5344CB8AC3E}">
        <p14:creationId xmlns:p14="http://schemas.microsoft.com/office/powerpoint/2010/main" val="191546912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CECD5E2C-6B4B-42F7-903F-7744959F0405}"/>
              </a:ext>
            </a:extLst>
          </p:cNvPr>
          <p:cNvSpPr>
            <a:spLocks xmlns:a="http://schemas.openxmlformats.org/drawingml/2006/main" noGrp="1"/>
          </p:cNvSpPr>
          <p:nvPr/>
        </p:nvSpPr>
        <p:spPr>
          <a:xfrm xmlns:a="http://schemas.openxmlformats.org/drawingml/2006/main">
            <a:off x="609600" y="428625"/>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3000" b="1">
                <a:solidFill>
                  <a:srgbClr val="102B40"/>
                </a:solidFill>
                <a:latin typeface="Noto Sans KR"/>
                <a:ea typeface="Noto Sans KR"/>
                <a:cs typeface="Noto Sans KR"/>
              </a:defRPr>
            </a:defPPr>
            <a:lvl1pPr>
              <a:defRPr sz="3000" b="1">
                <a:solidFill>
                  <a:srgbClr val="102B40"/>
                </a:solidFill>
                <a:latin typeface="Noto Sans KR"/>
                <a:ea typeface="Noto Sans KR"/>
                <a:cs typeface="Noto Sans KR"/>
              </a:defRPr>
            </a:lvl1pPr>
            <a:lvl2pPr>
              <a:defRPr sz="3000" b="1">
                <a:solidFill>
                  <a:srgbClr val="102B40"/>
                </a:solidFill>
                <a:latin typeface="Noto Sans KR"/>
                <a:ea typeface="Noto Sans KR"/>
                <a:cs typeface="Noto Sans KR"/>
              </a:defRPr>
            </a:lvl2pPr>
            <a:lvl3pPr>
              <a:defRPr sz="3000" b="1">
                <a:solidFill>
                  <a:srgbClr val="102B40"/>
                </a:solidFill>
                <a:latin typeface="Noto Sans KR"/>
                <a:ea typeface="Noto Sans KR"/>
                <a:cs typeface="Noto Sans KR"/>
              </a:defRPr>
            </a:lvl3pPr>
            <a:lvl4pPr>
              <a:defRPr sz="3000" b="1">
                <a:solidFill>
                  <a:srgbClr val="102B40"/>
                </a:solidFill>
                <a:latin typeface="Noto Sans KR"/>
                <a:ea typeface="Noto Sans KR"/>
                <a:cs typeface="Noto Sans KR"/>
              </a:defRPr>
            </a:lvl4pPr>
            <a:lvl5pPr>
              <a:defRPr sz="3000" b="1">
                <a:solidFill>
                  <a:srgbClr val="102B40"/>
                </a:solidFill>
                <a:latin typeface="Noto Sans KR"/>
                <a:ea typeface="Noto Sans KR"/>
                <a:cs typeface="Noto Sans KR"/>
              </a:defRPr>
            </a:lvl5pPr>
            <a:lvl6pPr>
              <a:defRPr sz="3000" b="1">
                <a:solidFill>
                  <a:srgbClr val="102B40"/>
                </a:solidFill>
                <a:latin typeface="Noto Sans KR"/>
                <a:ea typeface="Noto Sans KR"/>
                <a:cs typeface="Noto Sans KR"/>
              </a:defRPr>
            </a:lvl6pPr>
            <a:lvl7pPr>
              <a:defRPr sz="3000" b="1">
                <a:solidFill>
                  <a:srgbClr val="102B40"/>
                </a:solidFill>
                <a:latin typeface="Noto Sans KR"/>
                <a:ea typeface="Noto Sans KR"/>
                <a:cs typeface="Noto Sans KR"/>
              </a:defRPr>
            </a:lvl7pPr>
            <a:lvl8pPr>
              <a:defRPr sz="3000" b="1">
                <a:solidFill>
                  <a:srgbClr val="102B40"/>
                </a:solidFill>
                <a:latin typeface="Noto Sans KR"/>
                <a:ea typeface="Noto Sans KR"/>
                <a:cs typeface="Noto Sans KR"/>
              </a:defRPr>
            </a:lvl8pPr>
            <a:lvl9pPr>
              <a:defRPr sz="3000" b="1">
                <a:solidFill>
                  <a:srgbClr val="102B40"/>
                </a:solidFill>
                <a:latin typeface="Noto Sans KR"/>
                <a:ea typeface="Noto Sans KR"/>
                <a:cs typeface="Noto Sans KR"/>
              </a:defRPr>
            </a:lvl9pPr>
          </a:lstStyle>
          <a:p xmlns:a="http://schemas.openxmlformats.org/drawingml/2006/main">
            <a:pPr>
              <a:defRPr sz="3000" b="1">
                <a:solidFill>
                  <a:srgbClr val="102B40"/>
                </a:solidFill>
                <a:latin typeface="Noto Sans KR"/>
                <a:ea typeface="Noto Sans KR"/>
                <a:cs typeface="Noto Sans KR"/>
              </a:defRPr>
            </a:pPr>
            <a:r>
              <a:rPr sz="3000" b="1">
                <a:solidFill>
                  <a:srgbClr val="102B40"/>
                </a:solidFill>
                <a:latin typeface="Noto Sans KR"/>
                <a:ea typeface="Noto Sans KR"/>
                <a:cs typeface="Noto Sans KR"/>
              </a:rPr>
              <a:t>같은 화면에서 필요한 일을 확인합니다</a:t>
            </a:r>
          </a:p>
        </p:txBody>
      </p:sp>
      <p:sp>
        <p:nvSpPr>
          <p:cNvPr id="2" name="text-1">
            <a:extLst xmlns:a="http://schemas.openxmlformats.org/drawingml/2006/main">
              <a:ext uri="{FF2B5EF4-FFF2-40B4-BE49-F238E27FC236}">
                <a16:creationId xmlns:a16="http://schemas.microsoft.com/office/drawing/2014/main" id="{1F5A92DF-5F72-4A0B-AF8C-24D87C974A46}"/>
              </a:ext>
            </a:extLst>
          </p:cNvPr>
          <p:cNvSpPr>
            <a:spLocks xmlns:a="http://schemas.openxmlformats.org/drawingml/2006/main" noGrp="1"/>
          </p:cNvSpPr>
          <p:nvPr/>
        </p:nvSpPr>
        <p:spPr>
          <a:xfrm xmlns:a="http://schemas.openxmlformats.org/drawingml/2006/main">
            <a:off x="628650" y="1133475"/>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650" b="0">
                <a:solidFill>
                  <a:srgbClr val="607481"/>
                </a:solidFill>
                <a:latin typeface="Noto Sans KR"/>
                <a:ea typeface="Noto Sans KR"/>
                <a:cs typeface="Noto Sans KR"/>
              </a:defRPr>
            </a:defPPr>
            <a:lvl1pPr>
              <a:defRPr sz="1650" b="0">
                <a:solidFill>
                  <a:srgbClr val="607481"/>
                </a:solidFill>
                <a:latin typeface="Noto Sans KR"/>
                <a:ea typeface="Noto Sans KR"/>
                <a:cs typeface="Noto Sans KR"/>
              </a:defRPr>
            </a:lvl1pPr>
            <a:lvl2pPr>
              <a:defRPr sz="1650" b="0">
                <a:solidFill>
                  <a:srgbClr val="607481"/>
                </a:solidFill>
                <a:latin typeface="Noto Sans KR"/>
                <a:ea typeface="Noto Sans KR"/>
                <a:cs typeface="Noto Sans KR"/>
              </a:defRPr>
            </a:lvl2pPr>
            <a:lvl3pPr>
              <a:defRPr sz="1650" b="0">
                <a:solidFill>
                  <a:srgbClr val="607481"/>
                </a:solidFill>
                <a:latin typeface="Noto Sans KR"/>
                <a:ea typeface="Noto Sans KR"/>
                <a:cs typeface="Noto Sans KR"/>
              </a:defRPr>
            </a:lvl3pPr>
            <a:lvl4pPr>
              <a:defRPr sz="1650" b="0">
                <a:solidFill>
                  <a:srgbClr val="607481"/>
                </a:solidFill>
                <a:latin typeface="Noto Sans KR"/>
                <a:ea typeface="Noto Sans KR"/>
                <a:cs typeface="Noto Sans KR"/>
              </a:defRPr>
            </a:lvl4pPr>
            <a:lvl5pPr>
              <a:defRPr sz="1650" b="0">
                <a:solidFill>
                  <a:srgbClr val="607481"/>
                </a:solidFill>
                <a:latin typeface="Noto Sans KR"/>
                <a:ea typeface="Noto Sans KR"/>
                <a:cs typeface="Noto Sans KR"/>
              </a:defRPr>
            </a:lvl5pPr>
            <a:lvl6pPr>
              <a:defRPr sz="1650" b="0">
                <a:solidFill>
                  <a:srgbClr val="607481"/>
                </a:solidFill>
                <a:latin typeface="Noto Sans KR"/>
                <a:ea typeface="Noto Sans KR"/>
                <a:cs typeface="Noto Sans KR"/>
              </a:defRPr>
            </a:lvl6pPr>
            <a:lvl7pPr>
              <a:defRPr sz="1650" b="0">
                <a:solidFill>
                  <a:srgbClr val="607481"/>
                </a:solidFill>
                <a:latin typeface="Noto Sans KR"/>
                <a:ea typeface="Noto Sans KR"/>
                <a:cs typeface="Noto Sans KR"/>
              </a:defRPr>
            </a:lvl7pPr>
            <a:lvl8pPr>
              <a:defRPr sz="1650" b="0">
                <a:solidFill>
                  <a:srgbClr val="607481"/>
                </a:solidFill>
                <a:latin typeface="Noto Sans KR"/>
                <a:ea typeface="Noto Sans KR"/>
                <a:cs typeface="Noto Sans KR"/>
              </a:defRPr>
            </a:lvl8pPr>
            <a:lvl9pPr>
              <a:defRPr sz="1650" b="0">
                <a:solidFill>
                  <a:srgbClr val="607481"/>
                </a:solidFill>
                <a:latin typeface="Noto Sans KR"/>
                <a:ea typeface="Noto Sans KR"/>
                <a:cs typeface="Noto Sans KR"/>
              </a:defRPr>
            </a:lvl9pPr>
          </a:lstStyle>
          <a:p xmlns:a="http://schemas.openxmlformats.org/drawingml/2006/main">
            <a:pPr>
              <a:defRPr sz="1650" b="0">
                <a:solidFill>
                  <a:srgbClr val="607481"/>
                </a:solidFill>
                <a:latin typeface="Noto Sans KR"/>
                <a:ea typeface="Noto Sans KR"/>
                <a:cs typeface="Noto Sans KR"/>
              </a:defRPr>
            </a:pPr>
            <a:r>
              <a:rPr sz="1650" b="0">
                <a:solidFill>
                  <a:srgbClr val="607481"/>
                </a:solidFill>
                <a:latin typeface="Noto Sans KR"/>
                <a:ea typeface="Noto Sans KR"/>
                <a:cs typeface="Noto Sans KR"/>
              </a:rPr>
              <a:t>사무실 대형 화면은 전체 흐름을, 휴대폰은 내 작업을 표시</a:t>
            </a:r>
          </a:p>
        </p:txBody>
      </p:sp>
      <p:graphicFrame>
        <p:nvGraphicFramePr>
          <p:cNvPr id="3" name="">
            <a:extLst xmlns:a="http://schemas.openxmlformats.org/drawingml/2006/main">
              <a:ext uri="{FF2B5EF4-FFF2-40B4-BE49-F238E27FC236}">
                <a16:creationId xmlns:a16="http://schemas.microsoft.com/office/drawing/2014/main" id="{22A05ACF-565F-4ED6-8A7D-B23DBF9B5881}"/>
              </a:ext>
            </a:extLst>
          </p:cNvPr>
          <p:cNvGraphicFramePr/>
          <p:nvPr/>
        </p:nvGraphicFramePr>
        <p:xfrm>
          <a:off xmlns:a="http://schemas.openxmlformats.org/drawingml/2006/main" x="628650" y="1952625"/>
          <a:ext xmlns:a="http://schemas.openxmlformats.org/drawingml/2006/main" cx="10934700" cy="1905000"/>
        </p:xfrm>
        <a:graphic xmlns:a="http://schemas.openxmlformats.org/drawingml/2006/main">
          <a:graphicData uri="http://schemas.openxmlformats.org/drawingml/2006/table">
            <a:tbl>
              <a:tblPr/>
              <a:tblGrid>
                <a:gridCol w="2809875"/>
                <a:gridCol w="1476375"/>
                <a:gridCol w="3333750"/>
                <a:gridCol w="3314700"/>
              </a:tblGrid>
              <a:tr h="635000">
                <a:tc>
                  <a:txBody>
                    <a:bodyPr lIns="114300" tIns="114300" rIns="114300" bIns="114300"/>
                    <a:lstStyle/>
                    <a:p>
                      <a:r>
                        <a:rPr sz="1800" b="1">
                          <a:solidFill>
                            <a:srgbClr val="FFFFFF"/>
                          </a:solidFill>
                          <a:latin typeface="Noto Sans KR"/>
                          <a:ea typeface="Noto Sans KR"/>
                          <a:cs typeface="Noto Sans KR"/>
                        </a:rPr>
                        <a:t>업체·품번</a:t>
                      </a:r>
                    </a:p>
                  </a:txBody>
                  <a:tcPr marL="91440" marR="91440" marT="45720" marB="45720" anchor="ctr">
                    <a:lnL w="9525">
                      <a:solidFill>
                        <a:srgbClr val="D6E2E6"/>
                      </a:solidFill>
                      <a:prstDash val="solid"/>
                    </a:lnL>
                    <a:lnR w="9525">
                      <a:solidFill>
                        <a:srgbClr val="D6E2E6"/>
                      </a:solidFill>
                      <a:prstDash val="solid"/>
                    </a:lnR>
                    <a:lnT w="9525">
                      <a:solidFill>
                        <a:srgbClr val="D6E2E6"/>
                      </a:solidFill>
                      <a:prstDash val="solid"/>
                    </a:lnT>
                    <a:lnB w="9525">
                      <a:solidFill>
                        <a:srgbClr val="D6E2E6"/>
                      </a:solidFill>
                      <a:prstDash val="solid"/>
                    </a:lnB>
                    <a:solidFill>
                      <a:srgbClr val="102B40"/>
                    </a:solidFill>
                  </a:tcPr>
                </a:tc>
                <a:tc>
                  <a:txBody>
                    <a:bodyPr lIns="114300" tIns="114300" rIns="114300" bIns="114300"/>
                    <a:lstStyle/>
                    <a:p>
                      <a:r>
                        <a:rPr sz="1800" b="1">
                          <a:solidFill>
                            <a:srgbClr val="FFFFFF"/>
                          </a:solidFill>
                          <a:latin typeface="Noto Sans KR"/>
                          <a:ea typeface="Noto Sans KR"/>
                          <a:cs typeface="Noto Sans KR"/>
                        </a:rPr>
                        <a:t>총수량</a:t>
                      </a:r>
                    </a:p>
                  </a:txBody>
                  <a:tcPr marL="91440" marR="91440" marT="45720" marB="45720" anchor="ctr">
                    <a:lnR w="9525">
                      <a:solidFill>
                        <a:srgbClr val="D6E2E6"/>
                      </a:solidFill>
                      <a:prstDash val="solid"/>
                    </a:lnR>
                    <a:lnT w="9525">
                      <a:solidFill>
                        <a:srgbClr val="D6E2E6"/>
                      </a:solidFill>
                      <a:prstDash val="solid"/>
                    </a:lnT>
                    <a:lnB w="9525">
                      <a:solidFill>
                        <a:srgbClr val="D6E2E6"/>
                      </a:solidFill>
                      <a:prstDash val="solid"/>
                    </a:lnB>
                    <a:solidFill>
                      <a:srgbClr val="102B40"/>
                    </a:solidFill>
                  </a:tcPr>
                </a:tc>
                <a:tc>
                  <a:txBody>
                    <a:bodyPr lIns="114300" tIns="114300" rIns="114300" bIns="114300"/>
                    <a:lstStyle/>
                    <a:p>
                      <a:r>
                        <a:rPr sz="1800" b="1">
                          <a:solidFill>
                            <a:srgbClr val="FFFFFF"/>
                          </a:solidFill>
                          <a:latin typeface="Noto Sans KR"/>
                          <a:ea typeface="Noto Sans KR"/>
                          <a:cs typeface="Noto Sans KR"/>
                        </a:rPr>
                        <a:t>이번 주 예정 / 출고</a:t>
                      </a:r>
                    </a:p>
                  </a:txBody>
                  <a:tcPr marL="91440" marR="91440" marT="45720" marB="45720" anchor="ctr">
                    <a:lnR w="9525">
                      <a:solidFill>
                        <a:srgbClr val="D6E2E6"/>
                      </a:solidFill>
                      <a:prstDash val="solid"/>
                    </a:lnR>
                    <a:lnT w="9525">
                      <a:solidFill>
                        <a:srgbClr val="D6E2E6"/>
                      </a:solidFill>
                      <a:prstDash val="solid"/>
                    </a:lnT>
                    <a:lnB w="9525">
                      <a:solidFill>
                        <a:srgbClr val="D6E2E6"/>
                      </a:solidFill>
                      <a:prstDash val="solid"/>
                    </a:lnB>
                    <a:solidFill>
                      <a:srgbClr val="102B40"/>
                    </a:solidFill>
                  </a:tcPr>
                </a:tc>
                <a:tc>
                  <a:txBody>
                    <a:bodyPr lIns="114300" tIns="114300" rIns="114300" bIns="114300"/>
                    <a:lstStyle/>
                    <a:p>
                      <a:r>
                        <a:rPr sz="1800" b="1">
                          <a:solidFill>
                            <a:srgbClr val="FFFFFF"/>
                          </a:solidFill>
                          <a:latin typeface="Noto Sans KR"/>
                          <a:ea typeface="Noto Sans KR"/>
                          <a:cs typeface="Noto Sans KR"/>
                        </a:rPr>
                        <a:t>현재 상태</a:t>
                      </a:r>
                    </a:p>
                  </a:txBody>
                  <a:tcPr marL="91440" marR="91440" marT="45720" marB="45720" anchor="ctr">
                    <a:lnR w="9525">
                      <a:solidFill>
                        <a:srgbClr val="D6E2E6"/>
                      </a:solidFill>
                      <a:prstDash val="solid"/>
                    </a:lnR>
                    <a:lnT w="9525">
                      <a:solidFill>
                        <a:srgbClr val="D6E2E6"/>
                      </a:solidFill>
                      <a:prstDash val="solid"/>
                    </a:lnT>
                    <a:lnB w="9525">
                      <a:solidFill>
                        <a:srgbClr val="D6E2E6"/>
                      </a:solidFill>
                      <a:prstDash val="solid"/>
                    </a:lnB>
                    <a:solidFill>
                      <a:srgbClr val="102B40"/>
                    </a:solidFill>
                  </a:tcPr>
                </a:tc>
              </a:tr>
              <a:tr h="635000">
                <a:tc>
                  <a:txBody>
                    <a:bodyPr lIns="114300" tIns="114300" rIns="114300" bIns="114300"/>
                    <a:lstStyle/>
                    <a:p>
                      <a:r>
                        <a:rPr sz="1800" b="0">
                          <a:solidFill>
                            <a:srgbClr val="183448"/>
                          </a:solidFill>
                          <a:latin typeface="Noto Sans KR"/>
                          <a:ea typeface="Noto Sans KR"/>
                          <a:cs typeface="Noto Sans KR"/>
                        </a:rPr>
                        <a:t>가업체 · 부품 01</a:t>
                      </a:r>
                    </a:p>
                  </a:txBody>
                  <a:tcPr marL="91440" marR="91440" marT="45720" marB="45720" anchor="ctr">
                    <a:lnL w="9525">
                      <a:solidFill>
                        <a:srgbClr val="D6E2E6"/>
                      </a:solidFill>
                      <a:prstDash val="solid"/>
                    </a:lnL>
                    <a:lnR w="9525">
                      <a:solidFill>
                        <a:srgbClr val="D6E2E6"/>
                      </a:solidFill>
                      <a:prstDash val="solid"/>
                    </a:lnR>
                    <a:lnB w="9525">
                      <a:solidFill>
                        <a:srgbClr val="D6E2E6"/>
                      </a:solidFill>
                      <a:prstDash val="solid"/>
                    </a:lnB>
                    <a:solidFill>
                      <a:srgbClr val="EFF5F6"/>
                    </a:solidFill>
                  </a:tcPr>
                </a:tc>
                <a:tc>
                  <a:txBody>
                    <a:bodyPr lIns="114300" tIns="114300" rIns="114300" bIns="114300"/>
                    <a:lstStyle/>
                    <a:p>
                      <a:r>
                        <a:rPr sz="1800" b="0">
                          <a:solidFill>
                            <a:srgbClr val="183448"/>
                          </a:solidFill>
                          <a:latin typeface="Noto Sans KR"/>
                          <a:ea typeface="Noto Sans KR"/>
                          <a:cs typeface="Noto Sans KR"/>
                        </a:rPr>
                        <a:t>100개</a:t>
                      </a:r>
                    </a:p>
                  </a:txBody>
                  <a:tcPr marL="91440" marR="91440" marT="45720" marB="45720" anchor="ctr">
                    <a:lnR w="9525">
                      <a:solidFill>
                        <a:srgbClr val="D6E2E6"/>
                      </a:solidFill>
                      <a:prstDash val="solid"/>
                    </a:lnR>
                    <a:lnB w="9525">
                      <a:solidFill>
                        <a:srgbClr val="D6E2E6"/>
                      </a:solidFill>
                      <a:prstDash val="solid"/>
                    </a:lnB>
                    <a:solidFill>
                      <a:srgbClr val="EFF5F6"/>
                    </a:solidFill>
                  </a:tcPr>
                </a:tc>
                <a:tc>
                  <a:txBody>
                    <a:bodyPr lIns="114300" tIns="114300" rIns="114300" bIns="114300"/>
                    <a:lstStyle/>
                    <a:p>
                      <a:r>
                        <a:rPr sz="1800" b="0">
                          <a:solidFill>
                            <a:srgbClr val="183448"/>
                          </a:solidFill>
                          <a:latin typeface="Noto Sans KR"/>
                          <a:ea typeface="Noto Sans KR"/>
                          <a:cs typeface="Noto Sans KR"/>
                        </a:rPr>
                        <a:t>40개 / 20개</a:t>
                      </a:r>
                    </a:p>
                  </a:txBody>
                  <a:tcPr marL="91440" marR="91440" marT="45720" marB="45720" anchor="ctr">
                    <a:lnR w="9525">
                      <a:solidFill>
                        <a:srgbClr val="D6E2E6"/>
                      </a:solidFill>
                      <a:prstDash val="solid"/>
                    </a:lnR>
                    <a:lnB w="9525">
                      <a:solidFill>
                        <a:srgbClr val="D6E2E6"/>
                      </a:solidFill>
                      <a:prstDash val="solid"/>
                    </a:lnB>
                    <a:solidFill>
                      <a:srgbClr val="EFF5F6"/>
                    </a:solidFill>
                  </a:tcPr>
                </a:tc>
                <a:tc>
                  <a:txBody>
                    <a:bodyPr lIns="114300" tIns="114300" rIns="114300" bIns="114300"/>
                    <a:lstStyle/>
                    <a:p>
                      <a:r>
                        <a:rPr sz="1800" b="0">
                          <a:solidFill>
                            <a:srgbClr val="183448"/>
                          </a:solidFill>
                          <a:latin typeface="Noto Sans KR"/>
                          <a:ea typeface="Noto Sans KR"/>
                          <a:cs typeface="Noto Sans KR"/>
                        </a:rPr>
                        <a:t>가공 중 · 완료 예정 확인</a:t>
                      </a:r>
                    </a:p>
                  </a:txBody>
                  <a:tcPr marL="91440" marR="91440" marT="45720" marB="45720" anchor="ctr">
                    <a:lnR w="9525">
                      <a:solidFill>
                        <a:srgbClr val="D6E2E6"/>
                      </a:solidFill>
                      <a:prstDash val="solid"/>
                    </a:lnR>
                    <a:lnB w="9525">
                      <a:solidFill>
                        <a:srgbClr val="D6E2E6"/>
                      </a:solidFill>
                      <a:prstDash val="solid"/>
                    </a:lnB>
                    <a:solidFill>
                      <a:srgbClr val="EFF5F6"/>
                    </a:solidFill>
                  </a:tcPr>
                </a:tc>
              </a:tr>
              <a:tr h="635000">
                <a:tc>
                  <a:txBody>
                    <a:bodyPr lIns="114300" tIns="114300" rIns="114300" bIns="114300"/>
                    <a:lstStyle/>
                    <a:p>
                      <a:r>
                        <a:rPr sz="1800" b="0">
                          <a:solidFill>
                            <a:srgbClr val="183448"/>
                          </a:solidFill>
                          <a:latin typeface="Noto Sans KR"/>
                          <a:ea typeface="Noto Sans KR"/>
                          <a:cs typeface="Noto Sans KR"/>
                        </a:rPr>
                        <a:t>나업체 · 부품 02</a:t>
                      </a:r>
                    </a:p>
                  </a:txBody>
                  <a:tcPr marL="91440" marR="91440" marT="45720" marB="45720" anchor="ctr">
                    <a:lnL w="9525">
                      <a:solidFill>
                        <a:srgbClr val="D6E2E6"/>
                      </a:solidFill>
                      <a:prstDash val="solid"/>
                    </a:lnL>
                    <a:lnR w="9525">
                      <a:solidFill>
                        <a:srgbClr val="D6E2E6"/>
                      </a:solidFill>
                      <a:prstDash val="solid"/>
                    </a:lnR>
                    <a:lnB w="9525">
                      <a:solidFill>
                        <a:srgbClr val="D6E2E6"/>
                      </a:solidFill>
                      <a:prstDash val="solid"/>
                    </a:lnB>
                    <a:solidFill>
                      <a:srgbClr val="FFFFFF"/>
                    </a:solidFill>
                  </a:tcPr>
                </a:tc>
                <a:tc>
                  <a:txBody>
                    <a:bodyPr lIns="114300" tIns="114300" rIns="114300" bIns="114300"/>
                    <a:lstStyle/>
                    <a:p>
                      <a:r>
                        <a:rPr sz="1800" b="0">
                          <a:solidFill>
                            <a:srgbClr val="183448"/>
                          </a:solidFill>
                          <a:latin typeface="Noto Sans KR"/>
                          <a:ea typeface="Noto Sans KR"/>
                          <a:cs typeface="Noto Sans KR"/>
                        </a:rPr>
                        <a:t>50개</a:t>
                      </a:r>
                    </a:p>
                  </a:txBody>
                  <a:tcPr marL="91440" marR="91440" marT="45720" marB="45720" anchor="ctr">
                    <a:lnR w="9525">
                      <a:solidFill>
                        <a:srgbClr val="D6E2E6"/>
                      </a:solidFill>
                      <a:prstDash val="solid"/>
                    </a:lnR>
                    <a:lnB w="9525">
                      <a:solidFill>
                        <a:srgbClr val="D6E2E6"/>
                      </a:solidFill>
                      <a:prstDash val="solid"/>
                    </a:lnB>
                    <a:solidFill>
                      <a:srgbClr val="FFFFFF"/>
                    </a:solidFill>
                  </a:tcPr>
                </a:tc>
                <a:tc>
                  <a:txBody>
                    <a:bodyPr lIns="114300" tIns="114300" rIns="114300" bIns="114300"/>
                    <a:lstStyle/>
                    <a:p>
                      <a:r>
                        <a:rPr sz="1800" b="0">
                          <a:solidFill>
                            <a:srgbClr val="183448"/>
                          </a:solidFill>
                          <a:latin typeface="Noto Sans KR"/>
                          <a:ea typeface="Noto Sans KR"/>
                          <a:cs typeface="Noto Sans KR"/>
                        </a:rPr>
                        <a:t>20개 / 10개</a:t>
                      </a:r>
                    </a:p>
                  </a:txBody>
                  <a:tcPr marL="91440" marR="91440" marT="45720" marB="45720" anchor="ctr">
                    <a:lnR w="9525">
                      <a:solidFill>
                        <a:srgbClr val="D6E2E6"/>
                      </a:solidFill>
                      <a:prstDash val="solid"/>
                    </a:lnR>
                    <a:lnB w="9525">
                      <a:solidFill>
                        <a:srgbClr val="D6E2E6"/>
                      </a:solidFill>
                      <a:prstDash val="solid"/>
                    </a:lnB>
                    <a:solidFill>
                      <a:srgbClr val="FFFFFF"/>
                    </a:solidFill>
                  </a:tcPr>
                </a:tc>
                <a:tc>
                  <a:txBody>
                    <a:bodyPr lIns="114300" tIns="114300" rIns="114300" bIns="114300"/>
                    <a:lstStyle/>
                    <a:p>
                      <a:r>
                        <a:rPr sz="1800" b="0">
                          <a:solidFill>
                            <a:srgbClr val="183448"/>
                          </a:solidFill>
                          <a:latin typeface="Noto Sans KR"/>
                          <a:ea typeface="Noto Sans KR"/>
                          <a:cs typeface="Noto Sans KR"/>
                        </a:rPr>
                        <a:t>검사 대기 · 담당자 확인</a:t>
                      </a:r>
                    </a:p>
                  </a:txBody>
                  <a:tcPr marL="91440" marR="91440" marT="45720" marB="45720" anchor="ctr">
                    <a:lnR w="9525">
                      <a:solidFill>
                        <a:srgbClr val="D6E2E6"/>
                      </a:solidFill>
                      <a:prstDash val="solid"/>
                    </a:lnR>
                    <a:lnB w="9525">
                      <a:solidFill>
                        <a:srgbClr val="D6E2E6"/>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FCFEBB2-6221-4428-876D-ECCDB613493D}"/>
              </a:ext>
            </a:extLst>
          </p:cNvPr>
          <p:cNvSpPr>
            <a:spLocks xmlns:a="http://schemas.openxmlformats.org/drawingml/2006/main" noGrp="1"/>
          </p:cNvSpPr>
          <p:nvPr/>
        </p:nvSpPr>
        <p:spPr>
          <a:xfrm xmlns:a="http://schemas.openxmlformats.org/drawingml/2006/main">
            <a:off x="723900" y="4238625"/>
            <a:ext cx="3238500" cy="571500"/>
          </a:xfrm>
          <a:prstGeom xmlns:a="http://schemas.openxmlformats.org/drawingml/2006/main" prst="rect">
            <a:avLst/>
          </a:prstGeom>
          <a:solidFill xmlns:a="http://schemas.openxmlformats.org/drawingml/2006/main">
            <a:srgbClr val="102B40"/>
          </a:solidFill>
          <a:ln xmlns:a="http://schemas.openxmlformats.org/drawingml/2006/main" w="0">
            <a:noFill/>
            <a:prstDash val="solid"/>
          </a:ln>
        </p:spPr>
      </p:sp>
      <p:sp>
        <p:nvSpPr>
          <p:cNvPr id="5" name="text-3">
            <a:extLst xmlns:a="http://schemas.openxmlformats.org/drawingml/2006/main">
              <a:ext uri="{FF2B5EF4-FFF2-40B4-BE49-F238E27FC236}">
                <a16:creationId xmlns:a16="http://schemas.microsoft.com/office/drawing/2014/main" id="{00698D53-156A-434E-9463-43667D1384C8}"/>
              </a:ext>
            </a:extLst>
          </p:cNvPr>
          <p:cNvSpPr>
            <a:spLocks xmlns:a="http://schemas.openxmlformats.org/drawingml/2006/main" noGrp="1"/>
          </p:cNvSpPr>
          <p:nvPr/>
        </p:nvSpPr>
        <p:spPr>
          <a:xfrm xmlns:a="http://schemas.openxmlformats.org/drawingml/2006/main">
            <a:off x="876300" y="4314825"/>
            <a:ext cx="2933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725" b="1">
                <a:solidFill>
                  <a:srgbClr val="FFFFFF"/>
                </a:solidFill>
                <a:latin typeface="Noto Sans KR"/>
                <a:ea typeface="Noto Sans KR"/>
                <a:cs typeface="Noto Sans KR"/>
              </a:defRPr>
            </a:defPPr>
            <a:lvl1pPr>
              <a:defRPr sz="1725" b="1">
                <a:solidFill>
                  <a:srgbClr val="FFFFFF"/>
                </a:solidFill>
                <a:latin typeface="Noto Sans KR"/>
                <a:ea typeface="Noto Sans KR"/>
                <a:cs typeface="Noto Sans KR"/>
              </a:defRPr>
            </a:lvl1pPr>
            <a:lvl2pPr>
              <a:defRPr sz="1725" b="1">
                <a:solidFill>
                  <a:srgbClr val="FFFFFF"/>
                </a:solidFill>
                <a:latin typeface="Noto Sans KR"/>
                <a:ea typeface="Noto Sans KR"/>
                <a:cs typeface="Noto Sans KR"/>
              </a:defRPr>
            </a:lvl2pPr>
            <a:lvl3pPr>
              <a:defRPr sz="1725" b="1">
                <a:solidFill>
                  <a:srgbClr val="FFFFFF"/>
                </a:solidFill>
                <a:latin typeface="Noto Sans KR"/>
                <a:ea typeface="Noto Sans KR"/>
                <a:cs typeface="Noto Sans KR"/>
              </a:defRPr>
            </a:lvl3pPr>
            <a:lvl4pPr>
              <a:defRPr sz="1725" b="1">
                <a:solidFill>
                  <a:srgbClr val="FFFFFF"/>
                </a:solidFill>
                <a:latin typeface="Noto Sans KR"/>
                <a:ea typeface="Noto Sans KR"/>
                <a:cs typeface="Noto Sans KR"/>
              </a:defRPr>
            </a:lvl4pPr>
            <a:lvl5pPr>
              <a:defRPr sz="1725" b="1">
                <a:solidFill>
                  <a:srgbClr val="FFFFFF"/>
                </a:solidFill>
                <a:latin typeface="Noto Sans KR"/>
                <a:ea typeface="Noto Sans KR"/>
                <a:cs typeface="Noto Sans KR"/>
              </a:defRPr>
            </a:lvl5pPr>
            <a:lvl6pPr>
              <a:defRPr sz="1725" b="1">
                <a:solidFill>
                  <a:srgbClr val="FFFFFF"/>
                </a:solidFill>
                <a:latin typeface="Noto Sans KR"/>
                <a:ea typeface="Noto Sans KR"/>
                <a:cs typeface="Noto Sans KR"/>
              </a:defRPr>
            </a:lvl6pPr>
            <a:lvl7pPr>
              <a:defRPr sz="1725" b="1">
                <a:solidFill>
                  <a:srgbClr val="FFFFFF"/>
                </a:solidFill>
                <a:latin typeface="Noto Sans KR"/>
                <a:ea typeface="Noto Sans KR"/>
                <a:cs typeface="Noto Sans KR"/>
              </a:defRPr>
            </a:lvl7pPr>
            <a:lvl8pPr>
              <a:defRPr sz="1725" b="1">
                <a:solidFill>
                  <a:srgbClr val="FFFFFF"/>
                </a:solidFill>
                <a:latin typeface="Noto Sans KR"/>
                <a:ea typeface="Noto Sans KR"/>
                <a:cs typeface="Noto Sans KR"/>
              </a:defRPr>
            </a:lvl8pPr>
            <a:lvl9pPr>
              <a:defRPr sz="1725" b="1">
                <a:solidFill>
                  <a:srgbClr val="FFFFFF"/>
                </a:solidFill>
                <a:latin typeface="Noto Sans KR"/>
                <a:ea typeface="Noto Sans KR"/>
                <a:cs typeface="Noto Sans KR"/>
              </a:defRPr>
            </a:lvl9pPr>
          </a:lstStyle>
          <a:p xmlns:a="http://schemas.openxmlformats.org/drawingml/2006/main">
            <a:pPr>
              <a:defRPr sz="1725" b="1">
                <a:solidFill>
                  <a:srgbClr val="FFFFFF"/>
                </a:solidFill>
                <a:latin typeface="Noto Sans KR"/>
                <a:ea typeface="Noto Sans KR"/>
                <a:cs typeface="Noto Sans KR"/>
              </a:defRPr>
            </a:pPr>
            <a:r>
              <a:rPr sz="1725" b="1">
                <a:solidFill>
                  <a:srgbClr val="FFFFFF"/>
                </a:solidFill>
                <a:latin typeface="Noto Sans KR"/>
                <a:ea typeface="Noto Sans KR"/>
                <a:cs typeface="Noto Sans KR"/>
              </a:rPr>
              <a:t>장비 상태</a:t>
            </a:r>
          </a:p>
        </p:txBody>
      </p:sp>
      <p:sp>
        <p:nvSpPr>
          <p:cNvPr id="6" name="">
            <a:extLst xmlns:a="http://schemas.openxmlformats.org/drawingml/2006/main">
              <a:ext uri="{FF2B5EF4-FFF2-40B4-BE49-F238E27FC236}">
                <a16:creationId xmlns:a16="http://schemas.microsoft.com/office/drawing/2014/main" id="{6AD3D705-076F-441A-9529-CCA8E5772A8F}"/>
              </a:ext>
            </a:extLst>
          </p:cNvPr>
          <p:cNvSpPr>
            <a:spLocks xmlns:a="http://schemas.openxmlformats.org/drawingml/2006/main" noGrp="1"/>
          </p:cNvSpPr>
          <p:nvPr/>
        </p:nvSpPr>
        <p:spPr>
          <a:xfrm xmlns:a="http://schemas.openxmlformats.org/drawingml/2006/main">
            <a:off x="4476750" y="4238625"/>
            <a:ext cx="3238500" cy="571500"/>
          </a:xfrm>
          <a:prstGeom xmlns:a="http://schemas.openxmlformats.org/drawingml/2006/main" prst="rect">
            <a:avLst/>
          </a:prstGeom>
          <a:solidFill xmlns:a="http://schemas.openxmlformats.org/drawingml/2006/main">
            <a:srgbClr val="007F83"/>
          </a:solidFill>
          <a:ln xmlns:a="http://schemas.openxmlformats.org/drawingml/2006/main" w="0">
            <a:noFill/>
            <a:prstDash val="solid"/>
          </a:ln>
        </p:spPr>
      </p:sp>
      <p:sp>
        <p:nvSpPr>
          <p:cNvPr id="7" name="text-5">
            <a:extLst xmlns:a="http://schemas.openxmlformats.org/drawingml/2006/main">
              <a:ext uri="{FF2B5EF4-FFF2-40B4-BE49-F238E27FC236}">
                <a16:creationId xmlns:a16="http://schemas.microsoft.com/office/drawing/2014/main" id="{3F11F78A-8C36-415C-BA04-7DFEFE92F417}"/>
              </a:ext>
            </a:extLst>
          </p:cNvPr>
          <p:cNvSpPr>
            <a:spLocks xmlns:a="http://schemas.openxmlformats.org/drawingml/2006/main" noGrp="1"/>
          </p:cNvSpPr>
          <p:nvPr/>
        </p:nvSpPr>
        <p:spPr>
          <a:xfrm xmlns:a="http://schemas.openxmlformats.org/drawingml/2006/main">
            <a:off x="4629150" y="4314825"/>
            <a:ext cx="2933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725" b="1">
                <a:solidFill>
                  <a:srgbClr val="FFFFFF"/>
                </a:solidFill>
                <a:latin typeface="Noto Sans KR"/>
                <a:ea typeface="Noto Sans KR"/>
                <a:cs typeface="Noto Sans KR"/>
              </a:defRPr>
            </a:defPPr>
            <a:lvl1pPr>
              <a:defRPr sz="1725" b="1">
                <a:solidFill>
                  <a:srgbClr val="FFFFFF"/>
                </a:solidFill>
                <a:latin typeface="Noto Sans KR"/>
                <a:ea typeface="Noto Sans KR"/>
                <a:cs typeface="Noto Sans KR"/>
              </a:defRPr>
            </a:lvl1pPr>
            <a:lvl2pPr>
              <a:defRPr sz="1725" b="1">
                <a:solidFill>
                  <a:srgbClr val="FFFFFF"/>
                </a:solidFill>
                <a:latin typeface="Noto Sans KR"/>
                <a:ea typeface="Noto Sans KR"/>
                <a:cs typeface="Noto Sans KR"/>
              </a:defRPr>
            </a:lvl2pPr>
            <a:lvl3pPr>
              <a:defRPr sz="1725" b="1">
                <a:solidFill>
                  <a:srgbClr val="FFFFFF"/>
                </a:solidFill>
                <a:latin typeface="Noto Sans KR"/>
                <a:ea typeface="Noto Sans KR"/>
                <a:cs typeface="Noto Sans KR"/>
              </a:defRPr>
            </a:lvl3pPr>
            <a:lvl4pPr>
              <a:defRPr sz="1725" b="1">
                <a:solidFill>
                  <a:srgbClr val="FFFFFF"/>
                </a:solidFill>
                <a:latin typeface="Noto Sans KR"/>
                <a:ea typeface="Noto Sans KR"/>
                <a:cs typeface="Noto Sans KR"/>
              </a:defRPr>
            </a:lvl4pPr>
            <a:lvl5pPr>
              <a:defRPr sz="1725" b="1">
                <a:solidFill>
                  <a:srgbClr val="FFFFFF"/>
                </a:solidFill>
                <a:latin typeface="Noto Sans KR"/>
                <a:ea typeface="Noto Sans KR"/>
                <a:cs typeface="Noto Sans KR"/>
              </a:defRPr>
            </a:lvl5pPr>
            <a:lvl6pPr>
              <a:defRPr sz="1725" b="1">
                <a:solidFill>
                  <a:srgbClr val="FFFFFF"/>
                </a:solidFill>
                <a:latin typeface="Noto Sans KR"/>
                <a:ea typeface="Noto Sans KR"/>
                <a:cs typeface="Noto Sans KR"/>
              </a:defRPr>
            </a:lvl6pPr>
            <a:lvl7pPr>
              <a:defRPr sz="1725" b="1">
                <a:solidFill>
                  <a:srgbClr val="FFFFFF"/>
                </a:solidFill>
                <a:latin typeface="Noto Sans KR"/>
                <a:ea typeface="Noto Sans KR"/>
                <a:cs typeface="Noto Sans KR"/>
              </a:defRPr>
            </a:lvl7pPr>
            <a:lvl8pPr>
              <a:defRPr sz="1725" b="1">
                <a:solidFill>
                  <a:srgbClr val="FFFFFF"/>
                </a:solidFill>
                <a:latin typeface="Noto Sans KR"/>
                <a:ea typeface="Noto Sans KR"/>
                <a:cs typeface="Noto Sans KR"/>
              </a:defRPr>
            </a:lvl8pPr>
            <a:lvl9pPr>
              <a:defRPr sz="1725" b="1">
                <a:solidFill>
                  <a:srgbClr val="FFFFFF"/>
                </a:solidFill>
                <a:latin typeface="Noto Sans KR"/>
                <a:ea typeface="Noto Sans KR"/>
                <a:cs typeface="Noto Sans KR"/>
              </a:defRPr>
            </a:lvl9pPr>
          </a:lstStyle>
          <a:p xmlns:a="http://schemas.openxmlformats.org/drawingml/2006/main">
            <a:pPr>
              <a:defRPr sz="1725" b="1">
                <a:solidFill>
                  <a:srgbClr val="FFFFFF"/>
                </a:solidFill>
                <a:latin typeface="Noto Sans KR"/>
                <a:ea typeface="Noto Sans KR"/>
                <a:cs typeface="Noto Sans KR"/>
              </a:defRPr>
            </a:pPr>
            <a:r>
              <a:rPr sz="1725" b="1">
                <a:solidFill>
                  <a:srgbClr val="FFFFFF"/>
                </a:solidFill>
                <a:latin typeface="Noto Sans KR"/>
                <a:ea typeface="Noto Sans KR"/>
                <a:cs typeface="Noto Sans KR"/>
              </a:rPr>
              <a:t>품질·자료</a:t>
            </a:r>
          </a:p>
        </p:txBody>
      </p:sp>
      <p:sp>
        <p:nvSpPr>
          <p:cNvPr id="8" name="">
            <a:extLst xmlns:a="http://schemas.openxmlformats.org/drawingml/2006/main">
              <a:ext uri="{FF2B5EF4-FFF2-40B4-BE49-F238E27FC236}">
                <a16:creationId xmlns:a16="http://schemas.microsoft.com/office/drawing/2014/main" id="{1FAEE666-3A19-47E6-AF7F-3AB10076D5FB}"/>
              </a:ext>
            </a:extLst>
          </p:cNvPr>
          <p:cNvSpPr>
            <a:spLocks xmlns:a="http://schemas.openxmlformats.org/drawingml/2006/main" noGrp="1"/>
          </p:cNvSpPr>
          <p:nvPr/>
        </p:nvSpPr>
        <p:spPr>
          <a:xfrm xmlns:a="http://schemas.openxmlformats.org/drawingml/2006/main">
            <a:off x="8229600" y="4238625"/>
            <a:ext cx="3238500" cy="571500"/>
          </a:xfrm>
          <a:prstGeom xmlns:a="http://schemas.openxmlformats.org/drawingml/2006/main" prst="rect">
            <a:avLst/>
          </a:prstGeom>
          <a:solidFill xmlns:a="http://schemas.openxmlformats.org/drawingml/2006/main">
            <a:srgbClr val="102B40"/>
          </a:solidFill>
          <a:ln xmlns:a="http://schemas.openxmlformats.org/drawingml/2006/main" w="0">
            <a:noFill/>
            <a:prstDash val="solid"/>
          </a:ln>
        </p:spPr>
      </p:sp>
      <p:sp>
        <p:nvSpPr>
          <p:cNvPr id="9" name="text-7">
            <a:extLst xmlns:a="http://schemas.openxmlformats.org/drawingml/2006/main">
              <a:ext uri="{FF2B5EF4-FFF2-40B4-BE49-F238E27FC236}">
                <a16:creationId xmlns:a16="http://schemas.microsoft.com/office/drawing/2014/main" id="{6DCE66D7-B839-4798-A8B9-C03EC60495AE}"/>
              </a:ext>
            </a:extLst>
          </p:cNvPr>
          <p:cNvSpPr>
            <a:spLocks xmlns:a="http://schemas.openxmlformats.org/drawingml/2006/main" noGrp="1"/>
          </p:cNvSpPr>
          <p:nvPr/>
        </p:nvSpPr>
        <p:spPr>
          <a:xfrm xmlns:a="http://schemas.openxmlformats.org/drawingml/2006/main">
            <a:off x="8382000" y="4314825"/>
            <a:ext cx="2933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725" b="1">
                <a:solidFill>
                  <a:srgbClr val="FFFFFF"/>
                </a:solidFill>
                <a:latin typeface="Noto Sans KR"/>
                <a:ea typeface="Noto Sans KR"/>
                <a:cs typeface="Noto Sans KR"/>
              </a:defRPr>
            </a:defPPr>
            <a:lvl1pPr>
              <a:defRPr sz="1725" b="1">
                <a:solidFill>
                  <a:srgbClr val="FFFFFF"/>
                </a:solidFill>
                <a:latin typeface="Noto Sans KR"/>
                <a:ea typeface="Noto Sans KR"/>
                <a:cs typeface="Noto Sans KR"/>
              </a:defRPr>
            </a:lvl1pPr>
            <a:lvl2pPr>
              <a:defRPr sz="1725" b="1">
                <a:solidFill>
                  <a:srgbClr val="FFFFFF"/>
                </a:solidFill>
                <a:latin typeface="Noto Sans KR"/>
                <a:ea typeface="Noto Sans KR"/>
                <a:cs typeface="Noto Sans KR"/>
              </a:defRPr>
            </a:lvl2pPr>
            <a:lvl3pPr>
              <a:defRPr sz="1725" b="1">
                <a:solidFill>
                  <a:srgbClr val="FFFFFF"/>
                </a:solidFill>
                <a:latin typeface="Noto Sans KR"/>
                <a:ea typeface="Noto Sans KR"/>
                <a:cs typeface="Noto Sans KR"/>
              </a:defRPr>
            </a:lvl3pPr>
            <a:lvl4pPr>
              <a:defRPr sz="1725" b="1">
                <a:solidFill>
                  <a:srgbClr val="FFFFFF"/>
                </a:solidFill>
                <a:latin typeface="Noto Sans KR"/>
                <a:ea typeface="Noto Sans KR"/>
                <a:cs typeface="Noto Sans KR"/>
              </a:defRPr>
            </a:lvl4pPr>
            <a:lvl5pPr>
              <a:defRPr sz="1725" b="1">
                <a:solidFill>
                  <a:srgbClr val="FFFFFF"/>
                </a:solidFill>
                <a:latin typeface="Noto Sans KR"/>
                <a:ea typeface="Noto Sans KR"/>
                <a:cs typeface="Noto Sans KR"/>
              </a:defRPr>
            </a:lvl5pPr>
            <a:lvl6pPr>
              <a:defRPr sz="1725" b="1">
                <a:solidFill>
                  <a:srgbClr val="FFFFFF"/>
                </a:solidFill>
                <a:latin typeface="Noto Sans KR"/>
                <a:ea typeface="Noto Sans KR"/>
                <a:cs typeface="Noto Sans KR"/>
              </a:defRPr>
            </a:lvl6pPr>
            <a:lvl7pPr>
              <a:defRPr sz="1725" b="1">
                <a:solidFill>
                  <a:srgbClr val="FFFFFF"/>
                </a:solidFill>
                <a:latin typeface="Noto Sans KR"/>
                <a:ea typeface="Noto Sans KR"/>
                <a:cs typeface="Noto Sans KR"/>
              </a:defRPr>
            </a:lvl7pPr>
            <a:lvl8pPr>
              <a:defRPr sz="1725" b="1">
                <a:solidFill>
                  <a:srgbClr val="FFFFFF"/>
                </a:solidFill>
                <a:latin typeface="Noto Sans KR"/>
                <a:ea typeface="Noto Sans KR"/>
                <a:cs typeface="Noto Sans KR"/>
              </a:defRPr>
            </a:lvl8pPr>
            <a:lvl9pPr>
              <a:defRPr sz="1725" b="1">
                <a:solidFill>
                  <a:srgbClr val="FFFFFF"/>
                </a:solidFill>
                <a:latin typeface="Noto Sans KR"/>
                <a:ea typeface="Noto Sans KR"/>
                <a:cs typeface="Noto Sans KR"/>
              </a:defRPr>
            </a:lvl9pPr>
          </a:lstStyle>
          <a:p xmlns:a="http://schemas.openxmlformats.org/drawingml/2006/main">
            <a:pPr>
              <a:defRPr sz="1725" b="1">
                <a:solidFill>
                  <a:srgbClr val="FFFFFF"/>
                </a:solidFill>
                <a:latin typeface="Noto Sans KR"/>
                <a:ea typeface="Noto Sans KR"/>
                <a:cs typeface="Noto Sans KR"/>
              </a:defRPr>
            </a:pPr>
            <a:r>
              <a:rPr sz="1725" b="1">
                <a:solidFill>
                  <a:srgbClr val="FFFFFF"/>
                </a:solidFill>
                <a:latin typeface="Noto Sans KR"/>
                <a:ea typeface="Noto Sans KR"/>
                <a:cs typeface="Noto Sans KR"/>
              </a:rPr>
              <a:t>내 작업</a:t>
            </a:r>
          </a:p>
        </p:txBody>
      </p:sp>
      <p:sp>
        <p:nvSpPr>
          <p:cNvPr id="10" name="text-8">
            <a:extLst xmlns:a="http://schemas.openxmlformats.org/drawingml/2006/main">
              <a:ext uri="{FF2B5EF4-FFF2-40B4-BE49-F238E27FC236}">
                <a16:creationId xmlns:a16="http://schemas.microsoft.com/office/drawing/2014/main" id="{B565B9D0-FD2A-4E2D-82D0-4829C35A3D81}"/>
              </a:ext>
            </a:extLst>
          </p:cNvPr>
          <p:cNvSpPr>
            <a:spLocks xmlns:a="http://schemas.openxmlformats.org/drawingml/2006/main" noGrp="1"/>
          </p:cNvSpPr>
          <p:nvPr/>
        </p:nvSpPr>
        <p:spPr>
          <a:xfrm xmlns:a="http://schemas.openxmlformats.org/drawingml/2006/main">
            <a:off x="876300" y="4933950"/>
            <a:ext cx="295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875" b="0">
                <a:solidFill>
                  <a:srgbClr val="183448"/>
                </a:solidFill>
                <a:latin typeface="Noto Sans KR"/>
                <a:ea typeface="Noto Sans KR"/>
                <a:cs typeface="Noto Sans KR"/>
              </a:defRPr>
            </a:defPPr>
            <a:lvl1pPr>
              <a:defRPr sz="1875" b="0">
                <a:solidFill>
                  <a:srgbClr val="183448"/>
                </a:solidFill>
                <a:latin typeface="Noto Sans KR"/>
                <a:ea typeface="Noto Sans KR"/>
                <a:cs typeface="Noto Sans KR"/>
              </a:defRPr>
            </a:lvl1pPr>
            <a:lvl2pPr>
              <a:defRPr sz="1875" b="0">
                <a:solidFill>
                  <a:srgbClr val="183448"/>
                </a:solidFill>
                <a:latin typeface="Noto Sans KR"/>
                <a:ea typeface="Noto Sans KR"/>
                <a:cs typeface="Noto Sans KR"/>
              </a:defRPr>
            </a:lvl2pPr>
            <a:lvl3pPr>
              <a:defRPr sz="1875" b="0">
                <a:solidFill>
                  <a:srgbClr val="183448"/>
                </a:solidFill>
                <a:latin typeface="Noto Sans KR"/>
                <a:ea typeface="Noto Sans KR"/>
                <a:cs typeface="Noto Sans KR"/>
              </a:defRPr>
            </a:lvl3pPr>
            <a:lvl4pPr>
              <a:defRPr sz="1875" b="0">
                <a:solidFill>
                  <a:srgbClr val="183448"/>
                </a:solidFill>
                <a:latin typeface="Noto Sans KR"/>
                <a:ea typeface="Noto Sans KR"/>
                <a:cs typeface="Noto Sans KR"/>
              </a:defRPr>
            </a:lvl4pPr>
            <a:lvl5pPr>
              <a:defRPr sz="1875" b="0">
                <a:solidFill>
                  <a:srgbClr val="183448"/>
                </a:solidFill>
                <a:latin typeface="Noto Sans KR"/>
                <a:ea typeface="Noto Sans KR"/>
                <a:cs typeface="Noto Sans KR"/>
              </a:defRPr>
            </a:lvl5pPr>
            <a:lvl6pPr>
              <a:defRPr sz="1875" b="0">
                <a:solidFill>
                  <a:srgbClr val="183448"/>
                </a:solidFill>
                <a:latin typeface="Noto Sans KR"/>
                <a:ea typeface="Noto Sans KR"/>
                <a:cs typeface="Noto Sans KR"/>
              </a:defRPr>
            </a:lvl6pPr>
            <a:lvl7pPr>
              <a:defRPr sz="1875" b="0">
                <a:solidFill>
                  <a:srgbClr val="183448"/>
                </a:solidFill>
                <a:latin typeface="Noto Sans KR"/>
                <a:ea typeface="Noto Sans KR"/>
                <a:cs typeface="Noto Sans KR"/>
              </a:defRPr>
            </a:lvl7pPr>
            <a:lvl8pPr>
              <a:defRPr sz="1875" b="0">
                <a:solidFill>
                  <a:srgbClr val="183448"/>
                </a:solidFill>
                <a:latin typeface="Noto Sans KR"/>
                <a:ea typeface="Noto Sans KR"/>
                <a:cs typeface="Noto Sans KR"/>
              </a:defRPr>
            </a:lvl8pPr>
            <a:lvl9pPr>
              <a:defRPr sz="1875" b="0">
                <a:solidFill>
                  <a:srgbClr val="183448"/>
                </a:solidFill>
                <a:latin typeface="Noto Sans KR"/>
                <a:ea typeface="Noto Sans KR"/>
                <a:cs typeface="Noto Sans KR"/>
              </a:defRPr>
            </a:lvl9pPr>
          </a:lstStyle>
          <a:p xmlns:a="http://schemas.openxmlformats.org/drawingml/2006/main">
            <a:pPr>
              <a:defRPr sz="1875" b="0">
                <a:solidFill>
                  <a:srgbClr val="183448"/>
                </a:solidFill>
                <a:latin typeface="Noto Sans KR"/>
                <a:ea typeface="Noto Sans KR"/>
                <a:cs typeface="Noto Sans KR"/>
              </a:defRPr>
            </a:pPr>
            <a:r>
              <a:rPr sz="1875" b="0">
                <a:solidFill>
                  <a:srgbClr val="183448"/>
                </a:solidFill>
                <a:latin typeface="Noto Sans KR"/>
                <a:ea typeface="Noto Sans KR"/>
                <a:cs typeface="Noto Sans KR"/>
              </a:rPr>
              <a:t>가공품·작업자</a:t>
            </a:r>
          </a:p>
          <a:p xmlns:a="http://schemas.openxmlformats.org/drawingml/2006/main">
            <a:pPr>
              <a:defRPr sz="1875" b="0">
                <a:solidFill>
                  <a:srgbClr val="183448"/>
                </a:solidFill>
                <a:latin typeface="Noto Sans KR"/>
                <a:ea typeface="Noto Sans KR"/>
                <a:cs typeface="Noto Sans KR"/>
              </a:defRPr>
            </a:pPr>
            <a:r>
              <a:rPr sz="1875" b="0">
                <a:solidFill>
                  <a:srgbClr val="183448"/>
                </a:solidFill>
                <a:latin typeface="Noto Sans KR"/>
                <a:ea typeface="Noto Sans KR"/>
                <a:cs typeface="Noto Sans KR"/>
              </a:rPr>
              <a:t>수리·대기·비가동</a:t>
            </a:r>
          </a:p>
        </p:txBody>
      </p:sp>
      <p:sp>
        <p:nvSpPr>
          <p:cNvPr id="11" name="text-9">
            <a:extLst xmlns:a="http://schemas.openxmlformats.org/drawingml/2006/main">
              <a:ext uri="{FF2B5EF4-FFF2-40B4-BE49-F238E27FC236}">
                <a16:creationId xmlns:a16="http://schemas.microsoft.com/office/drawing/2014/main" id="{77A204F2-AF78-4624-888E-74DFB7B7DD32}"/>
              </a:ext>
            </a:extLst>
          </p:cNvPr>
          <p:cNvSpPr>
            <a:spLocks xmlns:a="http://schemas.openxmlformats.org/drawingml/2006/main" noGrp="1"/>
          </p:cNvSpPr>
          <p:nvPr/>
        </p:nvSpPr>
        <p:spPr>
          <a:xfrm xmlns:a="http://schemas.openxmlformats.org/drawingml/2006/main">
            <a:off x="4629150" y="4933950"/>
            <a:ext cx="295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875" b="0">
                <a:solidFill>
                  <a:srgbClr val="183448"/>
                </a:solidFill>
                <a:latin typeface="Noto Sans KR"/>
                <a:ea typeface="Noto Sans KR"/>
                <a:cs typeface="Noto Sans KR"/>
              </a:defRPr>
            </a:defPPr>
            <a:lvl1pPr>
              <a:defRPr sz="1875" b="0">
                <a:solidFill>
                  <a:srgbClr val="183448"/>
                </a:solidFill>
                <a:latin typeface="Noto Sans KR"/>
                <a:ea typeface="Noto Sans KR"/>
                <a:cs typeface="Noto Sans KR"/>
              </a:defRPr>
            </a:lvl1pPr>
            <a:lvl2pPr>
              <a:defRPr sz="1875" b="0">
                <a:solidFill>
                  <a:srgbClr val="183448"/>
                </a:solidFill>
                <a:latin typeface="Noto Sans KR"/>
                <a:ea typeface="Noto Sans KR"/>
                <a:cs typeface="Noto Sans KR"/>
              </a:defRPr>
            </a:lvl2pPr>
            <a:lvl3pPr>
              <a:defRPr sz="1875" b="0">
                <a:solidFill>
                  <a:srgbClr val="183448"/>
                </a:solidFill>
                <a:latin typeface="Noto Sans KR"/>
                <a:ea typeface="Noto Sans KR"/>
                <a:cs typeface="Noto Sans KR"/>
              </a:defRPr>
            </a:lvl3pPr>
            <a:lvl4pPr>
              <a:defRPr sz="1875" b="0">
                <a:solidFill>
                  <a:srgbClr val="183448"/>
                </a:solidFill>
                <a:latin typeface="Noto Sans KR"/>
                <a:ea typeface="Noto Sans KR"/>
                <a:cs typeface="Noto Sans KR"/>
              </a:defRPr>
            </a:lvl4pPr>
            <a:lvl5pPr>
              <a:defRPr sz="1875" b="0">
                <a:solidFill>
                  <a:srgbClr val="183448"/>
                </a:solidFill>
                <a:latin typeface="Noto Sans KR"/>
                <a:ea typeface="Noto Sans KR"/>
                <a:cs typeface="Noto Sans KR"/>
              </a:defRPr>
            </a:lvl5pPr>
            <a:lvl6pPr>
              <a:defRPr sz="1875" b="0">
                <a:solidFill>
                  <a:srgbClr val="183448"/>
                </a:solidFill>
                <a:latin typeface="Noto Sans KR"/>
                <a:ea typeface="Noto Sans KR"/>
                <a:cs typeface="Noto Sans KR"/>
              </a:defRPr>
            </a:lvl6pPr>
            <a:lvl7pPr>
              <a:defRPr sz="1875" b="0">
                <a:solidFill>
                  <a:srgbClr val="183448"/>
                </a:solidFill>
                <a:latin typeface="Noto Sans KR"/>
                <a:ea typeface="Noto Sans KR"/>
                <a:cs typeface="Noto Sans KR"/>
              </a:defRPr>
            </a:lvl7pPr>
            <a:lvl8pPr>
              <a:defRPr sz="1875" b="0">
                <a:solidFill>
                  <a:srgbClr val="183448"/>
                </a:solidFill>
                <a:latin typeface="Noto Sans KR"/>
                <a:ea typeface="Noto Sans KR"/>
                <a:cs typeface="Noto Sans KR"/>
              </a:defRPr>
            </a:lvl8pPr>
            <a:lvl9pPr>
              <a:defRPr sz="1875" b="0">
                <a:solidFill>
                  <a:srgbClr val="183448"/>
                </a:solidFill>
                <a:latin typeface="Noto Sans KR"/>
                <a:ea typeface="Noto Sans KR"/>
                <a:cs typeface="Noto Sans KR"/>
              </a:defRPr>
            </a:lvl9pPr>
          </a:lstStyle>
          <a:p xmlns:a="http://schemas.openxmlformats.org/drawingml/2006/main">
            <a:pPr>
              <a:defRPr sz="1875" b="0">
                <a:solidFill>
                  <a:srgbClr val="183448"/>
                </a:solidFill>
                <a:latin typeface="Noto Sans KR"/>
                <a:ea typeface="Noto Sans KR"/>
                <a:cs typeface="Noto Sans KR"/>
              </a:defRPr>
            </a:pPr>
            <a:r>
              <a:rPr sz="1875" b="0">
                <a:solidFill>
                  <a:srgbClr val="183448"/>
                </a:solidFill>
                <a:latin typeface="Noto Sans KR"/>
                <a:ea typeface="Noto Sans KR"/>
                <a:cs typeface="Noto Sans KR"/>
              </a:rPr>
              <a:t>불량·조치 상황</a:t>
            </a:r>
          </a:p>
          <a:p xmlns:a="http://schemas.openxmlformats.org/drawingml/2006/main">
            <a:pPr>
              <a:defRPr sz="1875" b="0">
                <a:solidFill>
                  <a:srgbClr val="183448"/>
                </a:solidFill>
                <a:latin typeface="Noto Sans KR"/>
                <a:ea typeface="Noto Sans KR"/>
                <a:cs typeface="Noto Sans KR"/>
              </a:defRPr>
            </a:pPr>
            <a:r>
              <a:rPr sz="1875" b="0">
                <a:solidFill>
                  <a:srgbClr val="183448"/>
                </a:solidFill>
                <a:latin typeface="Noto Sans KR"/>
                <a:ea typeface="Noto Sans KR"/>
                <a:cs typeface="Noto Sans KR"/>
              </a:rPr>
              <a:t>승인 도면·성적서</a:t>
            </a:r>
          </a:p>
        </p:txBody>
      </p:sp>
      <p:sp>
        <p:nvSpPr>
          <p:cNvPr id="12" name="text-10">
            <a:extLst xmlns:a="http://schemas.openxmlformats.org/drawingml/2006/main">
              <a:ext uri="{FF2B5EF4-FFF2-40B4-BE49-F238E27FC236}">
                <a16:creationId xmlns:a16="http://schemas.microsoft.com/office/drawing/2014/main" id="{23D00960-43E1-4CD2-9DCA-EAC3125D7862}"/>
              </a:ext>
            </a:extLst>
          </p:cNvPr>
          <p:cNvSpPr>
            <a:spLocks xmlns:a="http://schemas.openxmlformats.org/drawingml/2006/main" noGrp="1"/>
          </p:cNvSpPr>
          <p:nvPr/>
        </p:nvSpPr>
        <p:spPr>
          <a:xfrm xmlns:a="http://schemas.openxmlformats.org/drawingml/2006/main">
            <a:off x="8382000" y="4933950"/>
            <a:ext cx="295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875" b="0">
                <a:solidFill>
                  <a:srgbClr val="183448"/>
                </a:solidFill>
                <a:latin typeface="Noto Sans KR"/>
                <a:ea typeface="Noto Sans KR"/>
                <a:cs typeface="Noto Sans KR"/>
              </a:defRPr>
            </a:defPPr>
            <a:lvl1pPr>
              <a:defRPr sz="1875" b="0">
                <a:solidFill>
                  <a:srgbClr val="183448"/>
                </a:solidFill>
                <a:latin typeface="Noto Sans KR"/>
                <a:ea typeface="Noto Sans KR"/>
                <a:cs typeface="Noto Sans KR"/>
              </a:defRPr>
            </a:lvl1pPr>
            <a:lvl2pPr>
              <a:defRPr sz="1875" b="0">
                <a:solidFill>
                  <a:srgbClr val="183448"/>
                </a:solidFill>
                <a:latin typeface="Noto Sans KR"/>
                <a:ea typeface="Noto Sans KR"/>
                <a:cs typeface="Noto Sans KR"/>
              </a:defRPr>
            </a:lvl2pPr>
            <a:lvl3pPr>
              <a:defRPr sz="1875" b="0">
                <a:solidFill>
                  <a:srgbClr val="183448"/>
                </a:solidFill>
                <a:latin typeface="Noto Sans KR"/>
                <a:ea typeface="Noto Sans KR"/>
                <a:cs typeface="Noto Sans KR"/>
              </a:defRPr>
            </a:lvl3pPr>
            <a:lvl4pPr>
              <a:defRPr sz="1875" b="0">
                <a:solidFill>
                  <a:srgbClr val="183448"/>
                </a:solidFill>
                <a:latin typeface="Noto Sans KR"/>
                <a:ea typeface="Noto Sans KR"/>
                <a:cs typeface="Noto Sans KR"/>
              </a:defRPr>
            </a:lvl4pPr>
            <a:lvl5pPr>
              <a:defRPr sz="1875" b="0">
                <a:solidFill>
                  <a:srgbClr val="183448"/>
                </a:solidFill>
                <a:latin typeface="Noto Sans KR"/>
                <a:ea typeface="Noto Sans KR"/>
                <a:cs typeface="Noto Sans KR"/>
              </a:defRPr>
            </a:lvl5pPr>
            <a:lvl6pPr>
              <a:defRPr sz="1875" b="0">
                <a:solidFill>
                  <a:srgbClr val="183448"/>
                </a:solidFill>
                <a:latin typeface="Noto Sans KR"/>
                <a:ea typeface="Noto Sans KR"/>
                <a:cs typeface="Noto Sans KR"/>
              </a:defRPr>
            </a:lvl6pPr>
            <a:lvl7pPr>
              <a:defRPr sz="1875" b="0">
                <a:solidFill>
                  <a:srgbClr val="183448"/>
                </a:solidFill>
                <a:latin typeface="Noto Sans KR"/>
                <a:ea typeface="Noto Sans KR"/>
                <a:cs typeface="Noto Sans KR"/>
              </a:defRPr>
            </a:lvl7pPr>
            <a:lvl8pPr>
              <a:defRPr sz="1875" b="0">
                <a:solidFill>
                  <a:srgbClr val="183448"/>
                </a:solidFill>
                <a:latin typeface="Noto Sans KR"/>
                <a:ea typeface="Noto Sans KR"/>
                <a:cs typeface="Noto Sans KR"/>
              </a:defRPr>
            </a:lvl8pPr>
            <a:lvl9pPr>
              <a:defRPr sz="1875" b="0">
                <a:solidFill>
                  <a:srgbClr val="183448"/>
                </a:solidFill>
                <a:latin typeface="Noto Sans KR"/>
                <a:ea typeface="Noto Sans KR"/>
                <a:cs typeface="Noto Sans KR"/>
              </a:defRPr>
            </a:lvl9pPr>
          </a:lstStyle>
          <a:p xmlns:a="http://schemas.openxmlformats.org/drawingml/2006/main">
            <a:pPr>
              <a:defRPr sz="1875" b="0">
                <a:solidFill>
                  <a:srgbClr val="183448"/>
                </a:solidFill>
                <a:latin typeface="Noto Sans KR"/>
                <a:ea typeface="Noto Sans KR"/>
                <a:cs typeface="Noto Sans KR"/>
              </a:defRPr>
            </a:pPr>
            <a:r>
              <a:rPr sz="1875" b="0">
                <a:solidFill>
                  <a:srgbClr val="183448"/>
                </a:solidFill>
                <a:latin typeface="Noto Sans KR"/>
                <a:ea typeface="Noto Sans KR"/>
                <a:cs typeface="Noto Sans KR"/>
              </a:rPr>
              <a:t>해야 할 일 확인</a:t>
            </a:r>
          </a:p>
          <a:p xmlns:a="http://schemas.openxmlformats.org/drawingml/2006/main">
            <a:pPr>
              <a:defRPr sz="1875" b="0">
                <a:solidFill>
                  <a:srgbClr val="183448"/>
                </a:solidFill>
                <a:latin typeface="Noto Sans KR"/>
                <a:ea typeface="Noto Sans KR"/>
                <a:cs typeface="Noto Sans KR"/>
              </a:defRPr>
            </a:pPr>
            <a:r>
              <a:rPr sz="1875" b="0">
                <a:solidFill>
                  <a:srgbClr val="183448"/>
                </a:solidFill>
                <a:latin typeface="Noto Sans KR"/>
                <a:ea typeface="Noto Sans KR"/>
                <a:cs typeface="Noto Sans KR"/>
              </a:rPr>
              <a:t>시작·완료·수량 기록</a:t>
            </a:r>
          </a:p>
        </p:txBody>
      </p:sp>
      <p:sp>
        <p:nvSpPr>
          <p:cNvPr id="13" name="text-11">
            <a:extLst xmlns:a="http://schemas.openxmlformats.org/drawingml/2006/main">
              <a:ext uri="{FF2B5EF4-FFF2-40B4-BE49-F238E27FC236}">
                <a16:creationId xmlns:a16="http://schemas.microsoft.com/office/drawing/2014/main" id="{8F439BBB-1774-4FF8-9352-0AB12E400E79}"/>
              </a:ext>
            </a:extLst>
          </p:cNvPr>
          <p:cNvSpPr>
            <a:spLocks xmlns:a="http://schemas.openxmlformats.org/drawingml/2006/main" noGrp="1"/>
          </p:cNvSpPr>
          <p:nvPr/>
        </p:nvSpPr>
        <p:spPr>
          <a:xfrm xmlns:a="http://schemas.openxmlformats.org/drawingml/2006/main">
            <a:off x="628650" y="5829300"/>
            <a:ext cx="10839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350" b="0">
                <a:solidFill>
                  <a:srgbClr val="607481"/>
                </a:solidFill>
                <a:latin typeface="Noto Sans KR"/>
                <a:ea typeface="Noto Sans KR"/>
                <a:cs typeface="Noto Sans KR"/>
              </a:defRPr>
            </a:defPPr>
            <a:lvl1pPr>
              <a:defRPr sz="1350" b="0">
                <a:solidFill>
                  <a:srgbClr val="607481"/>
                </a:solidFill>
                <a:latin typeface="Noto Sans KR"/>
                <a:ea typeface="Noto Sans KR"/>
                <a:cs typeface="Noto Sans KR"/>
              </a:defRPr>
            </a:lvl1pPr>
            <a:lvl2pPr>
              <a:defRPr sz="1350" b="0">
                <a:solidFill>
                  <a:srgbClr val="607481"/>
                </a:solidFill>
                <a:latin typeface="Noto Sans KR"/>
                <a:ea typeface="Noto Sans KR"/>
                <a:cs typeface="Noto Sans KR"/>
              </a:defRPr>
            </a:lvl2pPr>
            <a:lvl3pPr>
              <a:defRPr sz="1350" b="0">
                <a:solidFill>
                  <a:srgbClr val="607481"/>
                </a:solidFill>
                <a:latin typeface="Noto Sans KR"/>
                <a:ea typeface="Noto Sans KR"/>
                <a:cs typeface="Noto Sans KR"/>
              </a:defRPr>
            </a:lvl3pPr>
            <a:lvl4pPr>
              <a:defRPr sz="1350" b="0">
                <a:solidFill>
                  <a:srgbClr val="607481"/>
                </a:solidFill>
                <a:latin typeface="Noto Sans KR"/>
                <a:ea typeface="Noto Sans KR"/>
                <a:cs typeface="Noto Sans KR"/>
              </a:defRPr>
            </a:lvl4pPr>
            <a:lvl5pPr>
              <a:defRPr sz="1350" b="0">
                <a:solidFill>
                  <a:srgbClr val="607481"/>
                </a:solidFill>
                <a:latin typeface="Noto Sans KR"/>
                <a:ea typeface="Noto Sans KR"/>
                <a:cs typeface="Noto Sans KR"/>
              </a:defRPr>
            </a:lvl5pPr>
            <a:lvl6pPr>
              <a:defRPr sz="1350" b="0">
                <a:solidFill>
                  <a:srgbClr val="607481"/>
                </a:solidFill>
                <a:latin typeface="Noto Sans KR"/>
                <a:ea typeface="Noto Sans KR"/>
                <a:cs typeface="Noto Sans KR"/>
              </a:defRPr>
            </a:lvl6pPr>
            <a:lvl7pPr>
              <a:defRPr sz="1350" b="0">
                <a:solidFill>
                  <a:srgbClr val="607481"/>
                </a:solidFill>
                <a:latin typeface="Noto Sans KR"/>
                <a:ea typeface="Noto Sans KR"/>
                <a:cs typeface="Noto Sans KR"/>
              </a:defRPr>
            </a:lvl7pPr>
            <a:lvl8pPr>
              <a:defRPr sz="1350" b="0">
                <a:solidFill>
                  <a:srgbClr val="607481"/>
                </a:solidFill>
                <a:latin typeface="Noto Sans KR"/>
                <a:ea typeface="Noto Sans KR"/>
                <a:cs typeface="Noto Sans KR"/>
              </a:defRPr>
            </a:lvl8pPr>
            <a:lvl9pPr>
              <a:defRPr sz="1350" b="0">
                <a:solidFill>
                  <a:srgbClr val="607481"/>
                </a:solidFill>
                <a:latin typeface="Noto Sans KR"/>
                <a:ea typeface="Noto Sans KR"/>
                <a:cs typeface="Noto Sans KR"/>
              </a:defRPr>
            </a:lvl9pPr>
          </a:lstStyle>
          <a:p xmlns:a="http://schemas.openxmlformats.org/drawingml/2006/main">
            <a:pPr>
              <a:defRPr sz="1350" b="0">
                <a:solidFill>
                  <a:srgbClr val="607481"/>
                </a:solidFill>
                <a:latin typeface="Noto Sans KR"/>
                <a:ea typeface="Noto Sans KR"/>
                <a:cs typeface="Noto Sans KR"/>
              </a:defRPr>
            </a:pPr>
            <a:r>
              <a:rPr sz="1350" b="0">
                <a:solidFill>
                  <a:srgbClr val="607481"/>
                </a:solidFill>
                <a:latin typeface="Noto Sans KR"/>
                <a:ea typeface="Noto Sans KR"/>
                <a:cs typeface="Noto Sans KR"/>
              </a:rPr>
              <a:t>화면 설명용 가상 예시. 공장·장비는 추가·이동 가능하며 현황은 입력된 기록 기준으로 표시</a:t>
            </a:r>
          </a:p>
        </p:txBody>
      </p:sp>
      <p:sp>
        <p:nvSpPr>
          <p:cNvPr id="14" name="text-12">
            <a:extLst xmlns:a="http://schemas.openxmlformats.org/drawingml/2006/main">
              <a:ext uri="{FF2B5EF4-FFF2-40B4-BE49-F238E27FC236}">
                <a16:creationId xmlns:a16="http://schemas.microsoft.com/office/drawing/2014/main" id="{923A7FB4-5BD2-4924-96C4-14C4625FC56F}"/>
              </a:ext>
            </a:extLst>
          </p:cNvPr>
          <p:cNvSpPr>
            <a:spLocks xmlns:a="http://schemas.openxmlformats.org/drawingml/2006/main" noGrp="1"/>
          </p:cNvSpPr>
          <p:nvPr/>
        </p:nvSpPr>
        <p:spPr>
          <a:xfrm xmlns:a="http://schemas.openxmlformats.org/drawingml/2006/main">
            <a:off x="6810375" y="1238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275" b="1">
                <a:solidFill>
                  <a:srgbClr val="007F83"/>
                </a:solidFill>
                <a:latin typeface="Noto Sans KR"/>
                <a:ea typeface="Noto Sans KR"/>
                <a:cs typeface="Noto Sans KR"/>
              </a:defRPr>
            </a:defPPr>
            <a:lvl1pPr>
              <a:defRPr sz="1275" b="1">
                <a:solidFill>
                  <a:srgbClr val="007F83"/>
                </a:solidFill>
                <a:latin typeface="Noto Sans KR"/>
                <a:ea typeface="Noto Sans KR"/>
                <a:cs typeface="Noto Sans KR"/>
              </a:defRPr>
            </a:lvl1pPr>
            <a:lvl2pPr>
              <a:defRPr sz="1275" b="1">
                <a:solidFill>
                  <a:srgbClr val="007F83"/>
                </a:solidFill>
                <a:latin typeface="Noto Sans KR"/>
                <a:ea typeface="Noto Sans KR"/>
                <a:cs typeface="Noto Sans KR"/>
              </a:defRPr>
            </a:lvl2pPr>
            <a:lvl3pPr>
              <a:defRPr sz="1275" b="1">
                <a:solidFill>
                  <a:srgbClr val="007F83"/>
                </a:solidFill>
                <a:latin typeface="Noto Sans KR"/>
                <a:ea typeface="Noto Sans KR"/>
                <a:cs typeface="Noto Sans KR"/>
              </a:defRPr>
            </a:lvl3pPr>
            <a:lvl4pPr>
              <a:defRPr sz="1275" b="1">
                <a:solidFill>
                  <a:srgbClr val="007F83"/>
                </a:solidFill>
                <a:latin typeface="Noto Sans KR"/>
                <a:ea typeface="Noto Sans KR"/>
                <a:cs typeface="Noto Sans KR"/>
              </a:defRPr>
            </a:lvl4pPr>
            <a:lvl5pPr>
              <a:defRPr sz="1275" b="1">
                <a:solidFill>
                  <a:srgbClr val="007F83"/>
                </a:solidFill>
                <a:latin typeface="Noto Sans KR"/>
                <a:ea typeface="Noto Sans KR"/>
                <a:cs typeface="Noto Sans KR"/>
              </a:defRPr>
            </a:lvl5pPr>
            <a:lvl6pPr>
              <a:defRPr sz="1275" b="1">
                <a:solidFill>
                  <a:srgbClr val="007F83"/>
                </a:solidFill>
                <a:latin typeface="Noto Sans KR"/>
                <a:ea typeface="Noto Sans KR"/>
                <a:cs typeface="Noto Sans KR"/>
              </a:defRPr>
            </a:lvl6pPr>
            <a:lvl7pPr>
              <a:defRPr sz="1275" b="1">
                <a:solidFill>
                  <a:srgbClr val="007F83"/>
                </a:solidFill>
                <a:latin typeface="Noto Sans KR"/>
                <a:ea typeface="Noto Sans KR"/>
                <a:cs typeface="Noto Sans KR"/>
              </a:defRPr>
            </a:lvl7pPr>
            <a:lvl8pPr>
              <a:defRPr sz="1275" b="1">
                <a:solidFill>
                  <a:srgbClr val="007F83"/>
                </a:solidFill>
                <a:latin typeface="Noto Sans KR"/>
                <a:ea typeface="Noto Sans KR"/>
                <a:cs typeface="Noto Sans KR"/>
              </a:defRPr>
            </a:lvl8pPr>
            <a:lvl9pPr>
              <a:defRPr sz="1275" b="1">
                <a:solidFill>
                  <a:srgbClr val="007F83"/>
                </a:solidFill>
                <a:latin typeface="Noto Sans KR"/>
                <a:ea typeface="Noto Sans KR"/>
                <a:cs typeface="Noto Sans KR"/>
              </a:defRPr>
            </a:lvl9pPr>
          </a:lstStyle>
          <a:p xmlns:a="http://schemas.openxmlformats.org/drawingml/2006/main">
            <a:pPr>
              <a:defRPr sz="1275" b="1">
                <a:solidFill>
                  <a:srgbClr val="007F83"/>
                </a:solidFill>
                <a:latin typeface="Noto Sans KR"/>
                <a:ea typeface="Noto Sans KR"/>
                <a:cs typeface="Noto Sans KR"/>
              </a:defRPr>
            </a:pPr>
            <a:r>
              <a:rPr sz="1275" b="1">
                <a:solidFill>
                  <a:srgbClr val="007F83"/>
                </a:solidFill>
                <a:latin typeface="Noto Sans KR"/>
                <a:ea typeface="Noto Sans KR"/>
                <a:cs typeface="Noto Sans KR"/>
              </a:rPr>
              <a:t>한눈에 보는 화면</a:t>
            </a:r>
          </a:p>
        </p:txBody>
      </p:sp>
      <p:sp>
        <p:nvSpPr>
          <p:cNvPr id="15" name="text-13">
            <a:extLst xmlns:a="http://schemas.openxmlformats.org/drawingml/2006/main">
              <a:ext uri="{FF2B5EF4-FFF2-40B4-BE49-F238E27FC236}">
                <a16:creationId xmlns:a16="http://schemas.microsoft.com/office/drawing/2014/main" id="{6AEB6854-5FF0-436D-BF81-CC5BB7CEB06E}"/>
              </a:ext>
            </a:extLst>
          </p:cNvPr>
          <p:cNvSpPr>
            <a:spLocks xmlns:a="http://schemas.openxmlformats.org/drawingml/2006/main" noGrp="1"/>
          </p:cNvSpPr>
          <p:nvPr/>
        </p:nvSpPr>
        <p:spPr>
          <a:xfrm xmlns:a="http://schemas.openxmlformats.org/drawingml/2006/main">
            <a:off x="10382250" y="123825"/>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275" b="0">
                <a:solidFill>
                  <a:srgbClr val="607481"/>
                </a:solidFill>
                <a:latin typeface="Noto Sans KR"/>
                <a:ea typeface="Noto Sans KR"/>
                <a:cs typeface="Noto Sans KR"/>
              </a:defRPr>
            </a:defPPr>
            <a:lvl1pPr>
              <a:defRPr sz="1275" b="0">
                <a:solidFill>
                  <a:srgbClr val="607481"/>
                </a:solidFill>
                <a:latin typeface="Noto Sans KR"/>
                <a:ea typeface="Noto Sans KR"/>
                <a:cs typeface="Noto Sans KR"/>
              </a:defRPr>
            </a:lvl1pPr>
            <a:lvl2pPr>
              <a:defRPr sz="1275" b="0">
                <a:solidFill>
                  <a:srgbClr val="607481"/>
                </a:solidFill>
                <a:latin typeface="Noto Sans KR"/>
                <a:ea typeface="Noto Sans KR"/>
                <a:cs typeface="Noto Sans KR"/>
              </a:defRPr>
            </a:lvl2pPr>
            <a:lvl3pPr>
              <a:defRPr sz="1275" b="0">
                <a:solidFill>
                  <a:srgbClr val="607481"/>
                </a:solidFill>
                <a:latin typeface="Noto Sans KR"/>
                <a:ea typeface="Noto Sans KR"/>
                <a:cs typeface="Noto Sans KR"/>
              </a:defRPr>
            </a:lvl3pPr>
            <a:lvl4pPr>
              <a:defRPr sz="1275" b="0">
                <a:solidFill>
                  <a:srgbClr val="607481"/>
                </a:solidFill>
                <a:latin typeface="Noto Sans KR"/>
                <a:ea typeface="Noto Sans KR"/>
                <a:cs typeface="Noto Sans KR"/>
              </a:defRPr>
            </a:lvl4pPr>
            <a:lvl5pPr>
              <a:defRPr sz="1275" b="0">
                <a:solidFill>
                  <a:srgbClr val="607481"/>
                </a:solidFill>
                <a:latin typeface="Noto Sans KR"/>
                <a:ea typeface="Noto Sans KR"/>
                <a:cs typeface="Noto Sans KR"/>
              </a:defRPr>
            </a:lvl5pPr>
            <a:lvl6pPr>
              <a:defRPr sz="1275" b="0">
                <a:solidFill>
                  <a:srgbClr val="607481"/>
                </a:solidFill>
                <a:latin typeface="Noto Sans KR"/>
                <a:ea typeface="Noto Sans KR"/>
                <a:cs typeface="Noto Sans KR"/>
              </a:defRPr>
            </a:lvl6pPr>
            <a:lvl7pPr>
              <a:defRPr sz="1275" b="0">
                <a:solidFill>
                  <a:srgbClr val="607481"/>
                </a:solidFill>
                <a:latin typeface="Noto Sans KR"/>
                <a:ea typeface="Noto Sans KR"/>
                <a:cs typeface="Noto Sans KR"/>
              </a:defRPr>
            </a:lvl7pPr>
            <a:lvl8pPr>
              <a:defRPr sz="1275" b="0">
                <a:solidFill>
                  <a:srgbClr val="607481"/>
                </a:solidFill>
                <a:latin typeface="Noto Sans KR"/>
                <a:ea typeface="Noto Sans KR"/>
                <a:cs typeface="Noto Sans KR"/>
              </a:defRPr>
            </a:lvl8pPr>
            <a:lvl9pPr>
              <a:defRPr sz="1275" b="0">
                <a:solidFill>
                  <a:srgbClr val="607481"/>
                </a:solidFill>
                <a:latin typeface="Noto Sans KR"/>
                <a:ea typeface="Noto Sans KR"/>
                <a:cs typeface="Noto Sans KR"/>
              </a:defRPr>
            </a:lvl9pPr>
          </a:lstStyle>
          <a:p xmlns:a="http://schemas.openxmlformats.org/drawingml/2006/main">
            <a:pPr>
              <a:defRPr sz="1275" b="0">
                <a:solidFill>
                  <a:srgbClr val="607481"/>
                </a:solidFill>
                <a:latin typeface="Noto Sans KR"/>
                <a:ea typeface="Noto Sans KR"/>
                <a:cs typeface="Noto Sans KR"/>
              </a:defRPr>
            </a:pPr>
            <a:r>
              <a:rPr sz="1275" b="0">
                <a:solidFill>
                  <a:srgbClr val="607481"/>
                </a:solidFill>
                <a:latin typeface="Noto Sans KR"/>
                <a:ea typeface="Noto Sans KR"/>
                <a:cs typeface="Noto Sans KR"/>
              </a:rPr>
              <a:t>5 / 11쪽</a:t>
            </a:r>
          </a:p>
        </p:txBody>
      </p:sp>
    </p:spTree>
    <p:extLst>
      <p:ext uri="{BB962C8B-B14F-4D97-AF65-F5344CB8AC3E}">
        <p14:creationId xmlns:p14="http://schemas.microsoft.com/office/powerpoint/2010/main" val="15092291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CFF4B967-10F4-40E9-A2A4-B05B054D65B3}"/>
              </a:ext>
            </a:extLst>
          </p:cNvPr>
          <p:cNvSpPr>
            <a:spLocks xmlns:a="http://schemas.openxmlformats.org/drawingml/2006/main" noGrp="1"/>
          </p:cNvSpPr>
          <p:nvPr/>
        </p:nvSpPr>
        <p:spPr>
          <a:xfrm xmlns:a="http://schemas.openxmlformats.org/drawingml/2006/main">
            <a:off x="609600" y="428625"/>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3000" b="1">
                <a:solidFill>
                  <a:srgbClr val="102B40"/>
                </a:solidFill>
                <a:latin typeface="Noto Sans KR"/>
                <a:ea typeface="Noto Sans KR"/>
                <a:cs typeface="Noto Sans KR"/>
              </a:defRPr>
            </a:defPPr>
            <a:lvl1pPr>
              <a:defRPr sz="3000" b="1">
                <a:solidFill>
                  <a:srgbClr val="102B40"/>
                </a:solidFill>
                <a:latin typeface="Noto Sans KR"/>
                <a:ea typeface="Noto Sans KR"/>
                <a:cs typeface="Noto Sans KR"/>
              </a:defRPr>
            </a:lvl1pPr>
            <a:lvl2pPr>
              <a:defRPr sz="3000" b="1">
                <a:solidFill>
                  <a:srgbClr val="102B40"/>
                </a:solidFill>
                <a:latin typeface="Noto Sans KR"/>
                <a:ea typeface="Noto Sans KR"/>
                <a:cs typeface="Noto Sans KR"/>
              </a:defRPr>
            </a:lvl2pPr>
            <a:lvl3pPr>
              <a:defRPr sz="3000" b="1">
                <a:solidFill>
                  <a:srgbClr val="102B40"/>
                </a:solidFill>
                <a:latin typeface="Noto Sans KR"/>
                <a:ea typeface="Noto Sans KR"/>
                <a:cs typeface="Noto Sans KR"/>
              </a:defRPr>
            </a:lvl3pPr>
            <a:lvl4pPr>
              <a:defRPr sz="3000" b="1">
                <a:solidFill>
                  <a:srgbClr val="102B40"/>
                </a:solidFill>
                <a:latin typeface="Noto Sans KR"/>
                <a:ea typeface="Noto Sans KR"/>
                <a:cs typeface="Noto Sans KR"/>
              </a:defRPr>
            </a:lvl4pPr>
            <a:lvl5pPr>
              <a:defRPr sz="3000" b="1">
                <a:solidFill>
                  <a:srgbClr val="102B40"/>
                </a:solidFill>
                <a:latin typeface="Noto Sans KR"/>
                <a:ea typeface="Noto Sans KR"/>
                <a:cs typeface="Noto Sans KR"/>
              </a:defRPr>
            </a:lvl5pPr>
            <a:lvl6pPr>
              <a:defRPr sz="3000" b="1">
                <a:solidFill>
                  <a:srgbClr val="102B40"/>
                </a:solidFill>
                <a:latin typeface="Noto Sans KR"/>
                <a:ea typeface="Noto Sans KR"/>
                <a:cs typeface="Noto Sans KR"/>
              </a:defRPr>
            </a:lvl6pPr>
            <a:lvl7pPr>
              <a:defRPr sz="3000" b="1">
                <a:solidFill>
                  <a:srgbClr val="102B40"/>
                </a:solidFill>
                <a:latin typeface="Noto Sans KR"/>
                <a:ea typeface="Noto Sans KR"/>
                <a:cs typeface="Noto Sans KR"/>
              </a:defRPr>
            </a:lvl7pPr>
            <a:lvl8pPr>
              <a:defRPr sz="3000" b="1">
                <a:solidFill>
                  <a:srgbClr val="102B40"/>
                </a:solidFill>
                <a:latin typeface="Noto Sans KR"/>
                <a:ea typeface="Noto Sans KR"/>
                <a:cs typeface="Noto Sans KR"/>
              </a:defRPr>
            </a:lvl8pPr>
            <a:lvl9pPr>
              <a:defRPr sz="3000" b="1">
                <a:solidFill>
                  <a:srgbClr val="102B40"/>
                </a:solidFill>
                <a:latin typeface="Noto Sans KR"/>
                <a:ea typeface="Noto Sans KR"/>
                <a:cs typeface="Noto Sans KR"/>
              </a:defRPr>
            </a:lvl9pPr>
          </a:lstStyle>
          <a:p xmlns:a="http://schemas.openxmlformats.org/drawingml/2006/main">
            <a:pPr>
              <a:defRPr sz="3000" b="1">
                <a:solidFill>
                  <a:srgbClr val="102B40"/>
                </a:solidFill>
                <a:latin typeface="Noto Sans KR"/>
                <a:ea typeface="Noto Sans KR"/>
                <a:cs typeface="Noto Sans KR"/>
              </a:defRPr>
            </a:pPr>
            <a:r>
              <a:rPr sz="3000" b="1">
                <a:solidFill>
                  <a:srgbClr val="102B40"/>
                </a:solidFill>
                <a:latin typeface="Noto Sans KR"/>
                <a:ea typeface="Noto Sans KR"/>
                <a:cs typeface="Noto Sans KR"/>
              </a:rPr>
              <a:t>진행 상황과 함께 비용과 이익도 확인합니다</a:t>
            </a:r>
          </a:p>
        </p:txBody>
      </p:sp>
      <p:sp>
        <p:nvSpPr>
          <p:cNvPr id="2" name="text-1">
            <a:extLst xmlns:a="http://schemas.openxmlformats.org/drawingml/2006/main">
              <a:ext uri="{FF2B5EF4-FFF2-40B4-BE49-F238E27FC236}">
                <a16:creationId xmlns:a16="http://schemas.microsoft.com/office/drawing/2014/main" id="{F1026197-9AD8-4F61-A212-75844509C017}"/>
              </a:ext>
            </a:extLst>
          </p:cNvPr>
          <p:cNvSpPr>
            <a:spLocks xmlns:a="http://schemas.openxmlformats.org/drawingml/2006/main" noGrp="1"/>
          </p:cNvSpPr>
          <p:nvPr/>
        </p:nvSpPr>
        <p:spPr>
          <a:xfrm xmlns:a="http://schemas.openxmlformats.org/drawingml/2006/main">
            <a:off x="628650" y="1133475"/>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650" b="0">
                <a:solidFill>
                  <a:srgbClr val="607481"/>
                </a:solidFill>
                <a:latin typeface="Noto Sans KR"/>
                <a:ea typeface="Noto Sans KR"/>
                <a:cs typeface="Noto Sans KR"/>
              </a:defRPr>
            </a:defPPr>
            <a:lvl1pPr>
              <a:defRPr sz="1650" b="0">
                <a:solidFill>
                  <a:srgbClr val="607481"/>
                </a:solidFill>
                <a:latin typeface="Noto Sans KR"/>
                <a:ea typeface="Noto Sans KR"/>
                <a:cs typeface="Noto Sans KR"/>
              </a:defRPr>
            </a:lvl1pPr>
            <a:lvl2pPr>
              <a:defRPr sz="1650" b="0">
                <a:solidFill>
                  <a:srgbClr val="607481"/>
                </a:solidFill>
                <a:latin typeface="Noto Sans KR"/>
                <a:ea typeface="Noto Sans KR"/>
                <a:cs typeface="Noto Sans KR"/>
              </a:defRPr>
            </a:lvl2pPr>
            <a:lvl3pPr>
              <a:defRPr sz="1650" b="0">
                <a:solidFill>
                  <a:srgbClr val="607481"/>
                </a:solidFill>
                <a:latin typeface="Noto Sans KR"/>
                <a:ea typeface="Noto Sans KR"/>
                <a:cs typeface="Noto Sans KR"/>
              </a:defRPr>
            </a:lvl3pPr>
            <a:lvl4pPr>
              <a:defRPr sz="1650" b="0">
                <a:solidFill>
                  <a:srgbClr val="607481"/>
                </a:solidFill>
                <a:latin typeface="Noto Sans KR"/>
                <a:ea typeface="Noto Sans KR"/>
                <a:cs typeface="Noto Sans KR"/>
              </a:defRPr>
            </a:lvl4pPr>
            <a:lvl5pPr>
              <a:defRPr sz="1650" b="0">
                <a:solidFill>
                  <a:srgbClr val="607481"/>
                </a:solidFill>
                <a:latin typeface="Noto Sans KR"/>
                <a:ea typeface="Noto Sans KR"/>
                <a:cs typeface="Noto Sans KR"/>
              </a:defRPr>
            </a:lvl5pPr>
            <a:lvl6pPr>
              <a:defRPr sz="1650" b="0">
                <a:solidFill>
                  <a:srgbClr val="607481"/>
                </a:solidFill>
                <a:latin typeface="Noto Sans KR"/>
                <a:ea typeface="Noto Sans KR"/>
                <a:cs typeface="Noto Sans KR"/>
              </a:defRPr>
            </a:lvl6pPr>
            <a:lvl7pPr>
              <a:defRPr sz="1650" b="0">
                <a:solidFill>
                  <a:srgbClr val="607481"/>
                </a:solidFill>
                <a:latin typeface="Noto Sans KR"/>
                <a:ea typeface="Noto Sans KR"/>
                <a:cs typeface="Noto Sans KR"/>
              </a:defRPr>
            </a:lvl7pPr>
            <a:lvl8pPr>
              <a:defRPr sz="1650" b="0">
                <a:solidFill>
                  <a:srgbClr val="607481"/>
                </a:solidFill>
                <a:latin typeface="Noto Sans KR"/>
                <a:ea typeface="Noto Sans KR"/>
                <a:cs typeface="Noto Sans KR"/>
              </a:defRPr>
            </a:lvl8pPr>
            <a:lvl9pPr>
              <a:defRPr sz="1650" b="0">
                <a:solidFill>
                  <a:srgbClr val="607481"/>
                </a:solidFill>
                <a:latin typeface="Noto Sans KR"/>
                <a:ea typeface="Noto Sans KR"/>
                <a:cs typeface="Noto Sans KR"/>
              </a:defRPr>
            </a:lvl9pPr>
          </a:lstStyle>
          <a:p xmlns:a="http://schemas.openxmlformats.org/drawingml/2006/main">
            <a:pPr>
              <a:defRPr sz="1650" b="0">
                <a:solidFill>
                  <a:srgbClr val="607481"/>
                </a:solidFill>
                <a:latin typeface="Noto Sans KR"/>
                <a:ea typeface="Noto Sans KR"/>
                <a:cs typeface="Noto Sans KR"/>
              </a:defRPr>
            </a:pPr>
            <a:r>
              <a:rPr sz="1650" b="0">
                <a:solidFill>
                  <a:srgbClr val="607481"/>
                </a:solidFill>
                <a:latin typeface="Noto Sans KR"/>
                <a:ea typeface="Noto Sans KR"/>
                <a:cs typeface="Noto Sans KR"/>
              </a:rPr>
              <a:t>주문별로 얼마가 들고, 얼마에 팔고, 받을 돈과 줄 돈이 얼마인지 연결</a:t>
            </a:r>
          </a:p>
        </p:txBody>
      </p:sp>
      <p:graphicFrame>
        <p:nvGraphicFramePr>
          <p:cNvPr id="3" name="">
            <a:extLst xmlns:a="http://schemas.openxmlformats.org/drawingml/2006/main">
              <a:ext uri="{FF2B5EF4-FFF2-40B4-BE49-F238E27FC236}">
                <a16:creationId xmlns:a16="http://schemas.microsoft.com/office/drawing/2014/main" id="{4C26C88A-7AD7-42AF-A538-5B219C4F3E2B}"/>
              </a:ext>
            </a:extLst>
          </p:cNvPr>
          <p:cNvGraphicFramePr/>
          <p:nvPr/>
        </p:nvGraphicFramePr>
        <p:xfrm>
          <a:off xmlns:a="http://schemas.openxmlformats.org/drawingml/2006/main" x="628650" y="1857375"/>
          <a:ext xmlns:a="http://schemas.openxmlformats.org/drawingml/2006/main" cx="10934700" cy="3114675"/>
        </p:xfrm>
        <a:graphic xmlns:a="http://schemas.openxmlformats.org/drawingml/2006/main">
          <a:graphicData uri="http://schemas.openxmlformats.org/drawingml/2006/table">
            <a:tbl>
              <a:tblPr/>
              <a:tblGrid>
                <a:gridCol w="3048000"/>
                <a:gridCol w="7886700"/>
              </a:tblGrid>
              <a:tr h="622935">
                <a:tc>
                  <a:txBody>
                    <a:bodyPr lIns="114300" tIns="114300" rIns="114300" bIns="114300"/>
                    <a:lstStyle/>
                    <a:p>
                      <a:r>
                        <a:rPr sz="1800" b="1">
                          <a:solidFill>
                            <a:srgbClr val="FFFFFF"/>
                          </a:solidFill>
                          <a:latin typeface="Noto Sans KR"/>
                          <a:ea typeface="Noto Sans KR"/>
                          <a:cs typeface="Noto Sans KR"/>
                        </a:rPr>
                        <a:t>확인할 내용</a:t>
                      </a:r>
                    </a:p>
                  </a:txBody>
                  <a:tcPr marL="91440" marR="91440" marT="45720" marB="45720" anchor="ctr">
                    <a:lnL w="9525">
                      <a:solidFill>
                        <a:srgbClr val="D6E2E6"/>
                      </a:solidFill>
                      <a:prstDash val="solid"/>
                    </a:lnL>
                    <a:lnR w="9525">
                      <a:solidFill>
                        <a:srgbClr val="D6E2E6"/>
                      </a:solidFill>
                      <a:prstDash val="solid"/>
                    </a:lnR>
                    <a:lnT w="9525">
                      <a:solidFill>
                        <a:srgbClr val="D6E2E6"/>
                      </a:solidFill>
                      <a:prstDash val="solid"/>
                    </a:lnT>
                    <a:lnB w="9525">
                      <a:solidFill>
                        <a:srgbClr val="D6E2E6"/>
                      </a:solidFill>
                      <a:prstDash val="solid"/>
                    </a:lnB>
                    <a:solidFill>
                      <a:srgbClr val="102B40"/>
                    </a:solidFill>
                  </a:tcPr>
                </a:tc>
                <a:tc>
                  <a:txBody>
                    <a:bodyPr lIns="114300" tIns="114300" rIns="114300" bIns="114300"/>
                    <a:lstStyle/>
                    <a:p>
                      <a:r>
                        <a:rPr sz="1800" b="1">
                          <a:solidFill>
                            <a:srgbClr val="FFFFFF"/>
                          </a:solidFill>
                          <a:latin typeface="Noto Sans KR"/>
                          <a:ea typeface="Noto Sans KR"/>
                          <a:cs typeface="Noto Sans KR"/>
                        </a:rPr>
                        <a:t>프로그램에서 관리할 정보</a:t>
                      </a:r>
                    </a:p>
                  </a:txBody>
                  <a:tcPr marL="91440" marR="91440" marT="45720" marB="45720" anchor="ctr">
                    <a:lnR w="9525">
                      <a:solidFill>
                        <a:srgbClr val="D6E2E6"/>
                      </a:solidFill>
                      <a:prstDash val="solid"/>
                    </a:lnR>
                    <a:lnT w="9525">
                      <a:solidFill>
                        <a:srgbClr val="D6E2E6"/>
                      </a:solidFill>
                      <a:prstDash val="solid"/>
                    </a:lnT>
                    <a:lnB w="9525">
                      <a:solidFill>
                        <a:srgbClr val="D6E2E6"/>
                      </a:solidFill>
                      <a:prstDash val="solid"/>
                    </a:lnB>
                    <a:solidFill>
                      <a:srgbClr val="102B40"/>
                    </a:solidFill>
                  </a:tcPr>
                </a:tc>
              </a:tr>
              <a:tr h="622935">
                <a:tc>
                  <a:txBody>
                    <a:bodyPr lIns="114300" tIns="114300" rIns="114300" bIns="114300"/>
                    <a:lstStyle/>
                    <a:p>
                      <a:r>
                        <a:rPr sz="1800" b="0">
                          <a:solidFill>
                            <a:srgbClr val="183448"/>
                          </a:solidFill>
                          <a:latin typeface="Noto Sans KR"/>
                          <a:ea typeface="Noto Sans KR"/>
                          <a:cs typeface="Noto Sans KR"/>
                        </a:rPr>
                        <a:t>매입·발생 비용</a:t>
                      </a:r>
                    </a:p>
                  </a:txBody>
                  <a:tcPr marL="91440" marR="91440" marT="45720" marB="45720" anchor="ctr">
                    <a:lnL w="9525">
                      <a:solidFill>
                        <a:srgbClr val="D6E2E6"/>
                      </a:solidFill>
                      <a:prstDash val="solid"/>
                    </a:lnL>
                    <a:lnR w="9525">
                      <a:solidFill>
                        <a:srgbClr val="D6E2E6"/>
                      </a:solidFill>
                      <a:prstDash val="solid"/>
                    </a:lnR>
                    <a:lnB w="9525">
                      <a:solidFill>
                        <a:srgbClr val="D6E2E6"/>
                      </a:solidFill>
                      <a:prstDash val="solid"/>
                    </a:lnB>
                    <a:solidFill>
                      <a:srgbClr val="EFF5F6"/>
                    </a:solidFill>
                  </a:tcPr>
                </a:tc>
                <a:tc>
                  <a:txBody>
                    <a:bodyPr lIns="114300" tIns="114300" rIns="114300" bIns="114300"/>
                    <a:lstStyle/>
                    <a:p>
                      <a:r>
                        <a:rPr sz="1800" b="0">
                          <a:solidFill>
                            <a:srgbClr val="183448"/>
                          </a:solidFill>
                          <a:latin typeface="Noto Sans KR"/>
                          <a:ea typeface="Noto Sans KR"/>
                          <a:cs typeface="Noto Sans KR"/>
                        </a:rPr>
                        <a:t>소재·부품 매입금액, 외주비, 운반비 등</a:t>
                      </a:r>
                    </a:p>
                  </a:txBody>
                  <a:tcPr marL="91440" marR="91440" marT="45720" marB="45720" anchor="ctr">
                    <a:lnR w="9525">
                      <a:solidFill>
                        <a:srgbClr val="D6E2E6"/>
                      </a:solidFill>
                      <a:prstDash val="solid"/>
                    </a:lnR>
                    <a:lnB w="9525">
                      <a:solidFill>
                        <a:srgbClr val="D6E2E6"/>
                      </a:solidFill>
                      <a:prstDash val="solid"/>
                    </a:lnB>
                    <a:solidFill>
                      <a:srgbClr val="EFF5F6"/>
                    </a:solidFill>
                  </a:tcPr>
                </a:tc>
              </a:tr>
              <a:tr h="622935">
                <a:tc>
                  <a:txBody>
                    <a:bodyPr lIns="114300" tIns="114300" rIns="114300" bIns="114300"/>
                    <a:lstStyle/>
                    <a:p>
                      <a:r>
                        <a:rPr sz="1800" b="0">
                          <a:solidFill>
                            <a:srgbClr val="183448"/>
                          </a:solidFill>
                          <a:latin typeface="Noto Sans KR"/>
                          <a:ea typeface="Noto Sans KR"/>
                          <a:cs typeface="Noto Sans KR"/>
                        </a:rPr>
                        <a:t>제작 원가</a:t>
                      </a:r>
                    </a:p>
                  </a:txBody>
                  <a:tcPr marL="91440" marR="91440" marT="45720" marB="45720" anchor="ctr">
                    <a:lnL w="9525">
                      <a:solidFill>
                        <a:srgbClr val="D6E2E6"/>
                      </a:solidFill>
                      <a:prstDash val="solid"/>
                    </a:lnL>
                    <a:lnR w="9525">
                      <a:solidFill>
                        <a:srgbClr val="D6E2E6"/>
                      </a:solidFill>
                      <a:prstDash val="solid"/>
                    </a:lnR>
                    <a:lnB w="9525">
                      <a:solidFill>
                        <a:srgbClr val="D6E2E6"/>
                      </a:solidFill>
                      <a:prstDash val="solid"/>
                    </a:lnB>
                    <a:solidFill>
                      <a:srgbClr val="FFFFFF"/>
                    </a:solidFill>
                  </a:tcPr>
                </a:tc>
                <a:tc>
                  <a:txBody>
                    <a:bodyPr lIns="114300" tIns="114300" rIns="114300" bIns="114300"/>
                    <a:lstStyle/>
                    <a:p>
                      <a:r>
                        <a:rPr sz="1800" b="0">
                          <a:solidFill>
                            <a:srgbClr val="183448"/>
                          </a:solidFill>
                          <a:latin typeface="Noto Sans KR"/>
                          <a:ea typeface="Noto Sans KR"/>
                          <a:cs typeface="Noto Sans KR"/>
                        </a:rPr>
                        <a:t>실제 사용 자재·외주비·작업시간을 기준으로 집계</a:t>
                      </a:r>
                    </a:p>
                  </a:txBody>
                  <a:tcPr marL="91440" marR="91440" marT="45720" marB="45720" anchor="ctr">
                    <a:lnR w="9525">
                      <a:solidFill>
                        <a:srgbClr val="D6E2E6"/>
                      </a:solidFill>
                      <a:prstDash val="solid"/>
                    </a:lnR>
                    <a:lnB w="9525">
                      <a:solidFill>
                        <a:srgbClr val="D6E2E6"/>
                      </a:solidFill>
                      <a:prstDash val="solid"/>
                    </a:lnB>
                    <a:solidFill>
                      <a:srgbClr val="FFFFFF"/>
                    </a:solidFill>
                  </a:tcPr>
                </a:tc>
              </a:tr>
              <a:tr h="622935">
                <a:tc>
                  <a:txBody>
                    <a:bodyPr lIns="114300" tIns="114300" rIns="114300" bIns="114300"/>
                    <a:lstStyle/>
                    <a:p>
                      <a:r>
                        <a:rPr sz="1800" b="0">
                          <a:solidFill>
                            <a:srgbClr val="183448"/>
                          </a:solidFill>
                          <a:latin typeface="Noto Sans KR"/>
                          <a:ea typeface="Noto Sans KR"/>
                          <a:cs typeface="Noto Sans KR"/>
                        </a:rPr>
                        <a:t>매출·주문별 손익</a:t>
                      </a:r>
                    </a:p>
                  </a:txBody>
                  <a:tcPr marL="91440" marR="91440" marT="45720" marB="45720" anchor="ctr">
                    <a:lnL w="9525">
                      <a:solidFill>
                        <a:srgbClr val="D6E2E6"/>
                      </a:solidFill>
                      <a:prstDash val="solid"/>
                    </a:lnL>
                    <a:lnR w="9525">
                      <a:solidFill>
                        <a:srgbClr val="D6E2E6"/>
                      </a:solidFill>
                      <a:prstDash val="solid"/>
                    </a:lnR>
                    <a:lnB w="9525">
                      <a:solidFill>
                        <a:srgbClr val="D6E2E6"/>
                      </a:solidFill>
                      <a:prstDash val="solid"/>
                    </a:lnB>
                    <a:solidFill>
                      <a:srgbClr val="EFF5F6"/>
                    </a:solidFill>
                  </a:tcPr>
                </a:tc>
                <a:tc>
                  <a:txBody>
                    <a:bodyPr lIns="114300" tIns="114300" rIns="114300" bIns="114300"/>
                    <a:lstStyle/>
                    <a:p>
                      <a:r>
                        <a:rPr sz="1800" b="0">
                          <a:solidFill>
                            <a:srgbClr val="183448"/>
                          </a:solidFill>
                          <a:latin typeface="Noto Sans KR"/>
                          <a:ea typeface="Noto Sans KR"/>
                          <a:cs typeface="Noto Sans KR"/>
                        </a:rPr>
                        <a:t>판매금액과 해당 원가를 비교해 남는 금액 확인</a:t>
                      </a:r>
                    </a:p>
                  </a:txBody>
                  <a:tcPr marL="91440" marR="91440" marT="45720" marB="45720" anchor="ctr">
                    <a:lnR w="9525">
                      <a:solidFill>
                        <a:srgbClr val="D6E2E6"/>
                      </a:solidFill>
                      <a:prstDash val="solid"/>
                    </a:lnR>
                    <a:lnB w="9525">
                      <a:solidFill>
                        <a:srgbClr val="D6E2E6"/>
                      </a:solidFill>
                      <a:prstDash val="solid"/>
                    </a:lnB>
                    <a:solidFill>
                      <a:srgbClr val="EFF5F6"/>
                    </a:solidFill>
                  </a:tcPr>
                </a:tc>
              </a:tr>
              <a:tr h="622935">
                <a:tc>
                  <a:txBody>
                    <a:bodyPr lIns="114300" tIns="114300" rIns="114300" bIns="114300"/>
                    <a:lstStyle/>
                    <a:p>
                      <a:r>
                        <a:rPr sz="1800" b="0">
                          <a:solidFill>
                            <a:srgbClr val="183448"/>
                          </a:solidFill>
                          <a:latin typeface="Noto Sans KR"/>
                          <a:ea typeface="Noto Sans KR"/>
                          <a:cs typeface="Noto Sans KR"/>
                        </a:rPr>
                        <a:t>수금·지급</a:t>
                      </a:r>
                    </a:p>
                  </a:txBody>
                  <a:tcPr marL="91440" marR="91440" marT="45720" marB="45720" anchor="ctr">
                    <a:lnL w="9525">
                      <a:solidFill>
                        <a:srgbClr val="D6E2E6"/>
                      </a:solidFill>
                      <a:prstDash val="solid"/>
                    </a:lnL>
                    <a:lnR w="9525">
                      <a:solidFill>
                        <a:srgbClr val="D6E2E6"/>
                      </a:solidFill>
                      <a:prstDash val="solid"/>
                    </a:lnR>
                    <a:lnB w="9525">
                      <a:solidFill>
                        <a:srgbClr val="D6E2E6"/>
                      </a:solidFill>
                      <a:prstDash val="solid"/>
                    </a:lnB>
                    <a:solidFill>
                      <a:srgbClr val="FFFFFF"/>
                    </a:solidFill>
                  </a:tcPr>
                </a:tc>
                <a:tc>
                  <a:txBody>
                    <a:bodyPr lIns="114300" tIns="114300" rIns="114300" bIns="114300"/>
                    <a:lstStyle/>
                    <a:p>
                      <a:r>
                        <a:rPr sz="1800" b="0">
                          <a:solidFill>
                            <a:srgbClr val="183448"/>
                          </a:solidFill>
                          <a:latin typeface="Noto Sans KR"/>
                          <a:ea typeface="Noto Sans KR"/>
                          <a:cs typeface="Noto Sans KR"/>
                        </a:rPr>
                        <a:t>받을 돈·줄 돈의 잔액, 입금·지급 예정일과 실적</a:t>
                      </a:r>
                    </a:p>
                  </a:txBody>
                  <a:tcPr marL="91440" marR="91440" marT="45720" marB="45720" anchor="ctr">
                    <a:lnR w="9525">
                      <a:solidFill>
                        <a:srgbClr val="D6E2E6"/>
                      </a:solidFill>
                      <a:prstDash val="solid"/>
                    </a:lnR>
                    <a:lnB w="9525">
                      <a:solidFill>
                        <a:srgbClr val="D6E2E6"/>
                      </a:solidFill>
                      <a:prstDash val="solid"/>
                    </a:lnB>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93CE638C-BDF3-4190-8C7A-5110A3721CC8}"/>
              </a:ext>
            </a:extLst>
          </p:cNvPr>
          <p:cNvSpPr>
            <a:spLocks xmlns:a="http://schemas.openxmlformats.org/drawingml/2006/main" noGrp="1"/>
          </p:cNvSpPr>
          <p:nvPr/>
        </p:nvSpPr>
        <p:spPr>
          <a:xfrm xmlns:a="http://schemas.openxmlformats.org/drawingml/2006/main">
            <a:off x="723900" y="5219700"/>
            <a:ext cx="10744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950" b="1">
                <a:solidFill>
                  <a:srgbClr val="007F83"/>
                </a:solidFill>
                <a:latin typeface="Noto Sans KR"/>
                <a:ea typeface="Noto Sans KR"/>
                <a:cs typeface="Noto Sans KR"/>
              </a:defRPr>
            </a:defPPr>
            <a:lvl1pPr>
              <a:defRPr sz="1950" b="1">
                <a:solidFill>
                  <a:srgbClr val="007F83"/>
                </a:solidFill>
                <a:latin typeface="Noto Sans KR"/>
                <a:ea typeface="Noto Sans KR"/>
                <a:cs typeface="Noto Sans KR"/>
              </a:defRPr>
            </a:lvl1pPr>
            <a:lvl2pPr>
              <a:defRPr sz="1950" b="1">
                <a:solidFill>
                  <a:srgbClr val="007F83"/>
                </a:solidFill>
                <a:latin typeface="Noto Sans KR"/>
                <a:ea typeface="Noto Sans KR"/>
                <a:cs typeface="Noto Sans KR"/>
              </a:defRPr>
            </a:lvl2pPr>
            <a:lvl3pPr>
              <a:defRPr sz="1950" b="1">
                <a:solidFill>
                  <a:srgbClr val="007F83"/>
                </a:solidFill>
                <a:latin typeface="Noto Sans KR"/>
                <a:ea typeface="Noto Sans KR"/>
                <a:cs typeface="Noto Sans KR"/>
              </a:defRPr>
            </a:lvl3pPr>
            <a:lvl4pPr>
              <a:defRPr sz="1950" b="1">
                <a:solidFill>
                  <a:srgbClr val="007F83"/>
                </a:solidFill>
                <a:latin typeface="Noto Sans KR"/>
                <a:ea typeface="Noto Sans KR"/>
                <a:cs typeface="Noto Sans KR"/>
              </a:defRPr>
            </a:lvl4pPr>
            <a:lvl5pPr>
              <a:defRPr sz="1950" b="1">
                <a:solidFill>
                  <a:srgbClr val="007F83"/>
                </a:solidFill>
                <a:latin typeface="Noto Sans KR"/>
                <a:ea typeface="Noto Sans KR"/>
                <a:cs typeface="Noto Sans KR"/>
              </a:defRPr>
            </a:lvl5pPr>
            <a:lvl6pPr>
              <a:defRPr sz="1950" b="1">
                <a:solidFill>
                  <a:srgbClr val="007F83"/>
                </a:solidFill>
                <a:latin typeface="Noto Sans KR"/>
                <a:ea typeface="Noto Sans KR"/>
                <a:cs typeface="Noto Sans KR"/>
              </a:defRPr>
            </a:lvl6pPr>
            <a:lvl7pPr>
              <a:defRPr sz="1950" b="1">
                <a:solidFill>
                  <a:srgbClr val="007F83"/>
                </a:solidFill>
                <a:latin typeface="Noto Sans KR"/>
                <a:ea typeface="Noto Sans KR"/>
                <a:cs typeface="Noto Sans KR"/>
              </a:defRPr>
            </a:lvl7pPr>
            <a:lvl8pPr>
              <a:defRPr sz="1950" b="1">
                <a:solidFill>
                  <a:srgbClr val="007F83"/>
                </a:solidFill>
                <a:latin typeface="Noto Sans KR"/>
                <a:ea typeface="Noto Sans KR"/>
                <a:cs typeface="Noto Sans KR"/>
              </a:defRPr>
            </a:lvl8pPr>
            <a:lvl9pPr>
              <a:defRPr sz="1950" b="1">
                <a:solidFill>
                  <a:srgbClr val="007F83"/>
                </a:solidFill>
                <a:latin typeface="Noto Sans KR"/>
                <a:ea typeface="Noto Sans KR"/>
                <a:cs typeface="Noto Sans KR"/>
              </a:defRPr>
            </a:lvl9pPr>
          </a:lstStyle>
          <a:p xmlns:a="http://schemas.openxmlformats.org/drawingml/2006/main">
            <a:pPr>
              <a:defRPr sz="1950" b="1">
                <a:solidFill>
                  <a:srgbClr val="007F83"/>
                </a:solidFill>
                <a:latin typeface="Noto Sans KR"/>
                <a:ea typeface="Noto Sans KR"/>
                <a:cs typeface="Noto Sans KR"/>
              </a:defRPr>
            </a:pPr>
            <a:r>
              <a:rPr sz="1950" b="1">
                <a:solidFill>
                  <a:srgbClr val="007F83"/>
                </a:solidFill>
                <a:latin typeface="Noto Sans KR"/>
                <a:ea typeface="Noto Sans KR"/>
                <a:cs typeface="Noto Sans KR"/>
              </a:rPr>
              <a:t>현장은 수량·시간 기록  /  담당자는 금액 확인  /  시스템은 연결·집계</a:t>
            </a:r>
          </a:p>
        </p:txBody>
      </p:sp>
      <p:sp>
        <p:nvSpPr>
          <p:cNvPr id="5" name="text-3">
            <a:extLst xmlns:a="http://schemas.openxmlformats.org/drawingml/2006/main">
              <a:ext uri="{FF2B5EF4-FFF2-40B4-BE49-F238E27FC236}">
                <a16:creationId xmlns:a16="http://schemas.microsoft.com/office/drawing/2014/main" id="{43668632-B165-4C6A-AB44-2688DE78F6DB}"/>
              </a:ext>
            </a:extLst>
          </p:cNvPr>
          <p:cNvSpPr>
            <a:spLocks xmlns:a="http://schemas.openxmlformats.org/drawingml/2006/main" noGrp="1"/>
          </p:cNvSpPr>
          <p:nvPr/>
        </p:nvSpPr>
        <p:spPr>
          <a:xfrm xmlns:a="http://schemas.openxmlformats.org/drawingml/2006/main">
            <a:off x="628650" y="5829300"/>
            <a:ext cx="10839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350" b="0">
                <a:solidFill>
                  <a:srgbClr val="607481"/>
                </a:solidFill>
                <a:latin typeface="Noto Sans KR"/>
                <a:ea typeface="Noto Sans KR"/>
                <a:cs typeface="Noto Sans KR"/>
              </a:defRPr>
            </a:defPPr>
            <a:lvl1pPr>
              <a:defRPr sz="1350" b="0">
                <a:solidFill>
                  <a:srgbClr val="607481"/>
                </a:solidFill>
                <a:latin typeface="Noto Sans KR"/>
                <a:ea typeface="Noto Sans KR"/>
                <a:cs typeface="Noto Sans KR"/>
              </a:defRPr>
            </a:lvl1pPr>
            <a:lvl2pPr>
              <a:defRPr sz="1350" b="0">
                <a:solidFill>
                  <a:srgbClr val="607481"/>
                </a:solidFill>
                <a:latin typeface="Noto Sans KR"/>
                <a:ea typeface="Noto Sans KR"/>
                <a:cs typeface="Noto Sans KR"/>
              </a:defRPr>
            </a:lvl2pPr>
            <a:lvl3pPr>
              <a:defRPr sz="1350" b="0">
                <a:solidFill>
                  <a:srgbClr val="607481"/>
                </a:solidFill>
                <a:latin typeface="Noto Sans KR"/>
                <a:ea typeface="Noto Sans KR"/>
                <a:cs typeface="Noto Sans KR"/>
              </a:defRPr>
            </a:lvl3pPr>
            <a:lvl4pPr>
              <a:defRPr sz="1350" b="0">
                <a:solidFill>
                  <a:srgbClr val="607481"/>
                </a:solidFill>
                <a:latin typeface="Noto Sans KR"/>
                <a:ea typeface="Noto Sans KR"/>
                <a:cs typeface="Noto Sans KR"/>
              </a:defRPr>
            </a:lvl4pPr>
            <a:lvl5pPr>
              <a:defRPr sz="1350" b="0">
                <a:solidFill>
                  <a:srgbClr val="607481"/>
                </a:solidFill>
                <a:latin typeface="Noto Sans KR"/>
                <a:ea typeface="Noto Sans KR"/>
                <a:cs typeface="Noto Sans KR"/>
              </a:defRPr>
            </a:lvl5pPr>
            <a:lvl6pPr>
              <a:defRPr sz="1350" b="0">
                <a:solidFill>
                  <a:srgbClr val="607481"/>
                </a:solidFill>
                <a:latin typeface="Noto Sans KR"/>
                <a:ea typeface="Noto Sans KR"/>
                <a:cs typeface="Noto Sans KR"/>
              </a:defRPr>
            </a:lvl6pPr>
            <a:lvl7pPr>
              <a:defRPr sz="1350" b="0">
                <a:solidFill>
                  <a:srgbClr val="607481"/>
                </a:solidFill>
                <a:latin typeface="Noto Sans KR"/>
                <a:ea typeface="Noto Sans KR"/>
                <a:cs typeface="Noto Sans KR"/>
              </a:defRPr>
            </a:lvl7pPr>
            <a:lvl8pPr>
              <a:defRPr sz="1350" b="0">
                <a:solidFill>
                  <a:srgbClr val="607481"/>
                </a:solidFill>
                <a:latin typeface="Noto Sans KR"/>
                <a:ea typeface="Noto Sans KR"/>
                <a:cs typeface="Noto Sans KR"/>
              </a:defRPr>
            </a:lvl8pPr>
            <a:lvl9pPr>
              <a:defRPr sz="1350" b="0">
                <a:solidFill>
                  <a:srgbClr val="607481"/>
                </a:solidFill>
                <a:latin typeface="Noto Sans KR"/>
                <a:ea typeface="Noto Sans KR"/>
                <a:cs typeface="Noto Sans KR"/>
              </a:defRPr>
            </a:lvl9pPr>
          </a:lstStyle>
          <a:p xmlns:a="http://schemas.openxmlformats.org/drawingml/2006/main">
            <a:pPr>
              <a:defRPr sz="1350" b="0">
                <a:solidFill>
                  <a:srgbClr val="607481"/>
                </a:solidFill>
                <a:latin typeface="Noto Sans KR"/>
                <a:ea typeface="Noto Sans KR"/>
                <a:cs typeface="Noto Sans KR"/>
              </a:defRPr>
            </a:pPr>
            <a:r>
              <a:rPr sz="1350" b="0">
                <a:solidFill>
                  <a:srgbClr val="607481"/>
                </a:solidFill>
                <a:latin typeface="Noto Sans KR"/>
                <a:ea typeface="Noto Sans KR"/>
                <a:cs typeface="Noto Sans KR"/>
              </a:rPr>
              <a:t>구매와 자재 사용, 매출과 입금을 구분. 원가 계산 기준을 합의하고 미확정 비용은 잠정 표시. 금액은 권한별 공개</a:t>
            </a:r>
          </a:p>
        </p:txBody>
      </p:sp>
      <p:sp>
        <p:nvSpPr>
          <p:cNvPr id="6" name="text-4">
            <a:extLst xmlns:a="http://schemas.openxmlformats.org/drawingml/2006/main">
              <a:ext uri="{FF2B5EF4-FFF2-40B4-BE49-F238E27FC236}">
                <a16:creationId xmlns:a16="http://schemas.microsoft.com/office/drawing/2014/main" id="{A5641651-C5DD-4C0F-90F8-F92B33178647}"/>
              </a:ext>
            </a:extLst>
          </p:cNvPr>
          <p:cNvSpPr>
            <a:spLocks xmlns:a="http://schemas.openxmlformats.org/drawingml/2006/main" noGrp="1"/>
          </p:cNvSpPr>
          <p:nvPr/>
        </p:nvSpPr>
        <p:spPr>
          <a:xfrm xmlns:a="http://schemas.openxmlformats.org/drawingml/2006/main">
            <a:off x="6810375" y="1238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275" b="1">
                <a:solidFill>
                  <a:srgbClr val="007F83"/>
                </a:solidFill>
                <a:latin typeface="Noto Sans KR"/>
                <a:ea typeface="Noto Sans KR"/>
                <a:cs typeface="Noto Sans KR"/>
              </a:defRPr>
            </a:defPPr>
            <a:lvl1pPr>
              <a:defRPr sz="1275" b="1">
                <a:solidFill>
                  <a:srgbClr val="007F83"/>
                </a:solidFill>
                <a:latin typeface="Noto Sans KR"/>
                <a:ea typeface="Noto Sans KR"/>
                <a:cs typeface="Noto Sans KR"/>
              </a:defRPr>
            </a:lvl1pPr>
            <a:lvl2pPr>
              <a:defRPr sz="1275" b="1">
                <a:solidFill>
                  <a:srgbClr val="007F83"/>
                </a:solidFill>
                <a:latin typeface="Noto Sans KR"/>
                <a:ea typeface="Noto Sans KR"/>
                <a:cs typeface="Noto Sans KR"/>
              </a:defRPr>
            </a:lvl2pPr>
            <a:lvl3pPr>
              <a:defRPr sz="1275" b="1">
                <a:solidFill>
                  <a:srgbClr val="007F83"/>
                </a:solidFill>
                <a:latin typeface="Noto Sans KR"/>
                <a:ea typeface="Noto Sans KR"/>
                <a:cs typeface="Noto Sans KR"/>
              </a:defRPr>
            </a:lvl3pPr>
            <a:lvl4pPr>
              <a:defRPr sz="1275" b="1">
                <a:solidFill>
                  <a:srgbClr val="007F83"/>
                </a:solidFill>
                <a:latin typeface="Noto Sans KR"/>
                <a:ea typeface="Noto Sans KR"/>
                <a:cs typeface="Noto Sans KR"/>
              </a:defRPr>
            </a:lvl4pPr>
            <a:lvl5pPr>
              <a:defRPr sz="1275" b="1">
                <a:solidFill>
                  <a:srgbClr val="007F83"/>
                </a:solidFill>
                <a:latin typeface="Noto Sans KR"/>
                <a:ea typeface="Noto Sans KR"/>
                <a:cs typeface="Noto Sans KR"/>
              </a:defRPr>
            </a:lvl5pPr>
            <a:lvl6pPr>
              <a:defRPr sz="1275" b="1">
                <a:solidFill>
                  <a:srgbClr val="007F83"/>
                </a:solidFill>
                <a:latin typeface="Noto Sans KR"/>
                <a:ea typeface="Noto Sans KR"/>
                <a:cs typeface="Noto Sans KR"/>
              </a:defRPr>
            </a:lvl6pPr>
            <a:lvl7pPr>
              <a:defRPr sz="1275" b="1">
                <a:solidFill>
                  <a:srgbClr val="007F83"/>
                </a:solidFill>
                <a:latin typeface="Noto Sans KR"/>
                <a:ea typeface="Noto Sans KR"/>
                <a:cs typeface="Noto Sans KR"/>
              </a:defRPr>
            </a:lvl7pPr>
            <a:lvl8pPr>
              <a:defRPr sz="1275" b="1">
                <a:solidFill>
                  <a:srgbClr val="007F83"/>
                </a:solidFill>
                <a:latin typeface="Noto Sans KR"/>
                <a:ea typeface="Noto Sans KR"/>
                <a:cs typeface="Noto Sans KR"/>
              </a:defRPr>
            </a:lvl8pPr>
            <a:lvl9pPr>
              <a:defRPr sz="1275" b="1">
                <a:solidFill>
                  <a:srgbClr val="007F83"/>
                </a:solidFill>
                <a:latin typeface="Noto Sans KR"/>
                <a:ea typeface="Noto Sans KR"/>
                <a:cs typeface="Noto Sans KR"/>
              </a:defRPr>
            </a:lvl9pPr>
          </a:lstStyle>
          <a:p xmlns:a="http://schemas.openxmlformats.org/drawingml/2006/main">
            <a:pPr>
              <a:defRPr sz="1275" b="1">
                <a:solidFill>
                  <a:srgbClr val="007F83"/>
                </a:solidFill>
                <a:latin typeface="Noto Sans KR"/>
                <a:ea typeface="Noto Sans KR"/>
                <a:cs typeface="Noto Sans KR"/>
              </a:defRPr>
            </a:pPr>
            <a:r>
              <a:rPr sz="1275" b="1">
                <a:solidFill>
                  <a:srgbClr val="007F83"/>
                </a:solidFill>
                <a:latin typeface="Noto Sans KR"/>
                <a:ea typeface="Noto Sans KR"/>
                <a:cs typeface="Noto Sans KR"/>
              </a:rPr>
              <a:t>비용과 돈의 흐름</a:t>
            </a:r>
          </a:p>
        </p:txBody>
      </p:sp>
      <p:sp>
        <p:nvSpPr>
          <p:cNvPr id="7" name="text-5">
            <a:extLst xmlns:a="http://schemas.openxmlformats.org/drawingml/2006/main">
              <a:ext uri="{FF2B5EF4-FFF2-40B4-BE49-F238E27FC236}">
                <a16:creationId xmlns:a16="http://schemas.microsoft.com/office/drawing/2014/main" id="{1DC53C10-DD9F-40DD-8A87-7ADD6D4C3538}"/>
              </a:ext>
            </a:extLst>
          </p:cNvPr>
          <p:cNvSpPr>
            <a:spLocks xmlns:a="http://schemas.openxmlformats.org/drawingml/2006/main" noGrp="1"/>
          </p:cNvSpPr>
          <p:nvPr/>
        </p:nvSpPr>
        <p:spPr>
          <a:xfrm xmlns:a="http://schemas.openxmlformats.org/drawingml/2006/main">
            <a:off x="10382250" y="123825"/>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275" b="0">
                <a:solidFill>
                  <a:srgbClr val="607481"/>
                </a:solidFill>
                <a:latin typeface="Noto Sans KR"/>
                <a:ea typeface="Noto Sans KR"/>
                <a:cs typeface="Noto Sans KR"/>
              </a:defRPr>
            </a:defPPr>
            <a:lvl1pPr>
              <a:defRPr sz="1275" b="0">
                <a:solidFill>
                  <a:srgbClr val="607481"/>
                </a:solidFill>
                <a:latin typeface="Noto Sans KR"/>
                <a:ea typeface="Noto Sans KR"/>
                <a:cs typeface="Noto Sans KR"/>
              </a:defRPr>
            </a:lvl1pPr>
            <a:lvl2pPr>
              <a:defRPr sz="1275" b="0">
                <a:solidFill>
                  <a:srgbClr val="607481"/>
                </a:solidFill>
                <a:latin typeface="Noto Sans KR"/>
                <a:ea typeface="Noto Sans KR"/>
                <a:cs typeface="Noto Sans KR"/>
              </a:defRPr>
            </a:lvl2pPr>
            <a:lvl3pPr>
              <a:defRPr sz="1275" b="0">
                <a:solidFill>
                  <a:srgbClr val="607481"/>
                </a:solidFill>
                <a:latin typeface="Noto Sans KR"/>
                <a:ea typeface="Noto Sans KR"/>
                <a:cs typeface="Noto Sans KR"/>
              </a:defRPr>
            </a:lvl3pPr>
            <a:lvl4pPr>
              <a:defRPr sz="1275" b="0">
                <a:solidFill>
                  <a:srgbClr val="607481"/>
                </a:solidFill>
                <a:latin typeface="Noto Sans KR"/>
                <a:ea typeface="Noto Sans KR"/>
                <a:cs typeface="Noto Sans KR"/>
              </a:defRPr>
            </a:lvl4pPr>
            <a:lvl5pPr>
              <a:defRPr sz="1275" b="0">
                <a:solidFill>
                  <a:srgbClr val="607481"/>
                </a:solidFill>
                <a:latin typeface="Noto Sans KR"/>
                <a:ea typeface="Noto Sans KR"/>
                <a:cs typeface="Noto Sans KR"/>
              </a:defRPr>
            </a:lvl5pPr>
            <a:lvl6pPr>
              <a:defRPr sz="1275" b="0">
                <a:solidFill>
                  <a:srgbClr val="607481"/>
                </a:solidFill>
                <a:latin typeface="Noto Sans KR"/>
                <a:ea typeface="Noto Sans KR"/>
                <a:cs typeface="Noto Sans KR"/>
              </a:defRPr>
            </a:lvl6pPr>
            <a:lvl7pPr>
              <a:defRPr sz="1275" b="0">
                <a:solidFill>
                  <a:srgbClr val="607481"/>
                </a:solidFill>
                <a:latin typeface="Noto Sans KR"/>
                <a:ea typeface="Noto Sans KR"/>
                <a:cs typeface="Noto Sans KR"/>
              </a:defRPr>
            </a:lvl7pPr>
            <a:lvl8pPr>
              <a:defRPr sz="1275" b="0">
                <a:solidFill>
                  <a:srgbClr val="607481"/>
                </a:solidFill>
                <a:latin typeface="Noto Sans KR"/>
                <a:ea typeface="Noto Sans KR"/>
                <a:cs typeface="Noto Sans KR"/>
              </a:defRPr>
            </a:lvl8pPr>
            <a:lvl9pPr>
              <a:defRPr sz="1275" b="0">
                <a:solidFill>
                  <a:srgbClr val="607481"/>
                </a:solidFill>
                <a:latin typeface="Noto Sans KR"/>
                <a:ea typeface="Noto Sans KR"/>
                <a:cs typeface="Noto Sans KR"/>
              </a:defRPr>
            </a:lvl9pPr>
          </a:lstStyle>
          <a:p xmlns:a="http://schemas.openxmlformats.org/drawingml/2006/main">
            <a:pPr>
              <a:defRPr sz="1275" b="0">
                <a:solidFill>
                  <a:srgbClr val="607481"/>
                </a:solidFill>
                <a:latin typeface="Noto Sans KR"/>
                <a:ea typeface="Noto Sans KR"/>
                <a:cs typeface="Noto Sans KR"/>
              </a:defRPr>
            </a:pPr>
            <a:r>
              <a:rPr sz="1275" b="0">
                <a:solidFill>
                  <a:srgbClr val="607481"/>
                </a:solidFill>
                <a:latin typeface="Noto Sans KR"/>
                <a:ea typeface="Noto Sans KR"/>
                <a:cs typeface="Noto Sans KR"/>
              </a:rPr>
              <a:t>6 / 11쪽</a:t>
            </a:r>
          </a:p>
        </p:txBody>
      </p:sp>
    </p:spTree>
    <p:extLst>
      <p:ext uri="{BB962C8B-B14F-4D97-AF65-F5344CB8AC3E}">
        <p14:creationId xmlns:p14="http://schemas.microsoft.com/office/powerpoint/2010/main" val="128026107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ACC16A1D-09EE-4383-90F6-248FDC8CBAE5}"/>
              </a:ext>
            </a:extLst>
          </p:cNvPr>
          <p:cNvSpPr>
            <a:spLocks xmlns:a="http://schemas.openxmlformats.org/drawingml/2006/main" noGrp="1"/>
          </p:cNvSpPr>
          <p:nvPr/>
        </p:nvSpPr>
        <p:spPr>
          <a:xfrm xmlns:a="http://schemas.openxmlformats.org/drawingml/2006/main">
            <a:off x="609600" y="428625"/>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3000" b="1">
                <a:solidFill>
                  <a:srgbClr val="102B40"/>
                </a:solidFill>
                <a:latin typeface="Noto Sans KR"/>
                <a:ea typeface="Noto Sans KR"/>
                <a:cs typeface="Noto Sans KR"/>
              </a:defRPr>
            </a:defPPr>
            <a:lvl1pPr>
              <a:defRPr sz="3000" b="1">
                <a:solidFill>
                  <a:srgbClr val="102B40"/>
                </a:solidFill>
                <a:latin typeface="Noto Sans KR"/>
                <a:ea typeface="Noto Sans KR"/>
                <a:cs typeface="Noto Sans KR"/>
              </a:defRPr>
            </a:lvl1pPr>
            <a:lvl2pPr>
              <a:defRPr sz="3000" b="1">
                <a:solidFill>
                  <a:srgbClr val="102B40"/>
                </a:solidFill>
                <a:latin typeface="Noto Sans KR"/>
                <a:ea typeface="Noto Sans KR"/>
                <a:cs typeface="Noto Sans KR"/>
              </a:defRPr>
            </a:lvl2pPr>
            <a:lvl3pPr>
              <a:defRPr sz="3000" b="1">
                <a:solidFill>
                  <a:srgbClr val="102B40"/>
                </a:solidFill>
                <a:latin typeface="Noto Sans KR"/>
                <a:ea typeface="Noto Sans KR"/>
                <a:cs typeface="Noto Sans KR"/>
              </a:defRPr>
            </a:lvl3pPr>
            <a:lvl4pPr>
              <a:defRPr sz="3000" b="1">
                <a:solidFill>
                  <a:srgbClr val="102B40"/>
                </a:solidFill>
                <a:latin typeface="Noto Sans KR"/>
                <a:ea typeface="Noto Sans KR"/>
                <a:cs typeface="Noto Sans KR"/>
              </a:defRPr>
            </a:lvl4pPr>
            <a:lvl5pPr>
              <a:defRPr sz="3000" b="1">
                <a:solidFill>
                  <a:srgbClr val="102B40"/>
                </a:solidFill>
                <a:latin typeface="Noto Sans KR"/>
                <a:ea typeface="Noto Sans KR"/>
                <a:cs typeface="Noto Sans KR"/>
              </a:defRPr>
            </a:lvl5pPr>
            <a:lvl6pPr>
              <a:defRPr sz="3000" b="1">
                <a:solidFill>
                  <a:srgbClr val="102B40"/>
                </a:solidFill>
                <a:latin typeface="Noto Sans KR"/>
                <a:ea typeface="Noto Sans KR"/>
                <a:cs typeface="Noto Sans KR"/>
              </a:defRPr>
            </a:lvl6pPr>
            <a:lvl7pPr>
              <a:defRPr sz="3000" b="1">
                <a:solidFill>
                  <a:srgbClr val="102B40"/>
                </a:solidFill>
                <a:latin typeface="Noto Sans KR"/>
                <a:ea typeface="Noto Sans KR"/>
                <a:cs typeface="Noto Sans KR"/>
              </a:defRPr>
            </a:lvl7pPr>
            <a:lvl8pPr>
              <a:defRPr sz="3000" b="1">
                <a:solidFill>
                  <a:srgbClr val="102B40"/>
                </a:solidFill>
                <a:latin typeface="Noto Sans KR"/>
                <a:ea typeface="Noto Sans KR"/>
                <a:cs typeface="Noto Sans KR"/>
              </a:defRPr>
            </a:lvl8pPr>
            <a:lvl9pPr>
              <a:defRPr sz="3000" b="1">
                <a:solidFill>
                  <a:srgbClr val="102B40"/>
                </a:solidFill>
                <a:latin typeface="Noto Sans KR"/>
                <a:ea typeface="Noto Sans KR"/>
                <a:cs typeface="Noto Sans KR"/>
              </a:defRPr>
            </a:lvl9pPr>
          </a:lstStyle>
          <a:p xmlns:a="http://schemas.openxmlformats.org/drawingml/2006/main">
            <a:pPr>
              <a:defRPr sz="3000" b="1">
                <a:solidFill>
                  <a:srgbClr val="102B40"/>
                </a:solidFill>
                <a:latin typeface="Noto Sans KR"/>
                <a:ea typeface="Noto Sans KR"/>
                <a:cs typeface="Noto Sans KR"/>
              </a:defRPr>
            </a:pPr>
            <a:r>
              <a:rPr sz="3000" b="1">
                <a:solidFill>
                  <a:srgbClr val="102B40"/>
                </a:solidFill>
                <a:latin typeface="Noto Sans KR"/>
                <a:ea typeface="Noto Sans KR"/>
                <a:cs typeface="Noto Sans KR"/>
              </a:rPr>
              <a:t>정확한 흐름은 제때 남긴 기록에서 시작됩니다</a:t>
            </a:r>
          </a:p>
        </p:txBody>
      </p:sp>
      <p:sp>
        <p:nvSpPr>
          <p:cNvPr id="2" name="text-1">
            <a:extLst xmlns:a="http://schemas.openxmlformats.org/drawingml/2006/main">
              <a:ext uri="{FF2B5EF4-FFF2-40B4-BE49-F238E27FC236}">
                <a16:creationId xmlns:a16="http://schemas.microsoft.com/office/drawing/2014/main" id="{17CBDDA0-831E-45A5-AA51-6B3AE9EC79C3}"/>
              </a:ext>
            </a:extLst>
          </p:cNvPr>
          <p:cNvSpPr>
            <a:spLocks xmlns:a="http://schemas.openxmlformats.org/drawingml/2006/main" noGrp="1"/>
          </p:cNvSpPr>
          <p:nvPr/>
        </p:nvSpPr>
        <p:spPr>
          <a:xfrm xmlns:a="http://schemas.openxmlformats.org/drawingml/2006/main">
            <a:off x="628650" y="1133475"/>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650" b="0">
                <a:solidFill>
                  <a:srgbClr val="607481"/>
                </a:solidFill>
                <a:latin typeface="Noto Sans KR"/>
                <a:ea typeface="Noto Sans KR"/>
                <a:cs typeface="Noto Sans KR"/>
              </a:defRPr>
            </a:defPPr>
            <a:lvl1pPr>
              <a:defRPr sz="1650" b="0">
                <a:solidFill>
                  <a:srgbClr val="607481"/>
                </a:solidFill>
                <a:latin typeface="Noto Sans KR"/>
                <a:ea typeface="Noto Sans KR"/>
                <a:cs typeface="Noto Sans KR"/>
              </a:defRPr>
            </a:lvl1pPr>
            <a:lvl2pPr>
              <a:defRPr sz="1650" b="0">
                <a:solidFill>
                  <a:srgbClr val="607481"/>
                </a:solidFill>
                <a:latin typeface="Noto Sans KR"/>
                <a:ea typeface="Noto Sans KR"/>
                <a:cs typeface="Noto Sans KR"/>
              </a:defRPr>
            </a:lvl2pPr>
            <a:lvl3pPr>
              <a:defRPr sz="1650" b="0">
                <a:solidFill>
                  <a:srgbClr val="607481"/>
                </a:solidFill>
                <a:latin typeface="Noto Sans KR"/>
                <a:ea typeface="Noto Sans KR"/>
                <a:cs typeface="Noto Sans KR"/>
              </a:defRPr>
            </a:lvl3pPr>
            <a:lvl4pPr>
              <a:defRPr sz="1650" b="0">
                <a:solidFill>
                  <a:srgbClr val="607481"/>
                </a:solidFill>
                <a:latin typeface="Noto Sans KR"/>
                <a:ea typeface="Noto Sans KR"/>
                <a:cs typeface="Noto Sans KR"/>
              </a:defRPr>
            </a:lvl4pPr>
            <a:lvl5pPr>
              <a:defRPr sz="1650" b="0">
                <a:solidFill>
                  <a:srgbClr val="607481"/>
                </a:solidFill>
                <a:latin typeface="Noto Sans KR"/>
                <a:ea typeface="Noto Sans KR"/>
                <a:cs typeface="Noto Sans KR"/>
              </a:defRPr>
            </a:lvl5pPr>
            <a:lvl6pPr>
              <a:defRPr sz="1650" b="0">
                <a:solidFill>
                  <a:srgbClr val="607481"/>
                </a:solidFill>
                <a:latin typeface="Noto Sans KR"/>
                <a:ea typeface="Noto Sans KR"/>
                <a:cs typeface="Noto Sans KR"/>
              </a:defRPr>
            </a:lvl6pPr>
            <a:lvl7pPr>
              <a:defRPr sz="1650" b="0">
                <a:solidFill>
                  <a:srgbClr val="607481"/>
                </a:solidFill>
                <a:latin typeface="Noto Sans KR"/>
                <a:ea typeface="Noto Sans KR"/>
                <a:cs typeface="Noto Sans KR"/>
              </a:defRPr>
            </a:lvl7pPr>
            <a:lvl8pPr>
              <a:defRPr sz="1650" b="0">
                <a:solidFill>
                  <a:srgbClr val="607481"/>
                </a:solidFill>
                <a:latin typeface="Noto Sans KR"/>
                <a:ea typeface="Noto Sans KR"/>
                <a:cs typeface="Noto Sans KR"/>
              </a:defRPr>
            </a:lvl8pPr>
            <a:lvl9pPr>
              <a:defRPr sz="1650" b="0">
                <a:solidFill>
                  <a:srgbClr val="607481"/>
                </a:solidFill>
                <a:latin typeface="Noto Sans KR"/>
                <a:ea typeface="Noto Sans KR"/>
                <a:cs typeface="Noto Sans KR"/>
              </a:defRPr>
            </a:lvl9pPr>
          </a:lstStyle>
          <a:p xmlns:a="http://schemas.openxmlformats.org/drawingml/2006/main">
            <a:pPr>
              <a:defRPr sz="1650" b="0">
                <a:solidFill>
                  <a:srgbClr val="607481"/>
                </a:solidFill>
                <a:latin typeface="Noto Sans KR"/>
                <a:ea typeface="Noto Sans KR"/>
                <a:cs typeface="Noto Sans KR"/>
              </a:defRPr>
            </a:pPr>
            <a:r>
              <a:rPr sz="1650" b="0">
                <a:solidFill>
                  <a:srgbClr val="607481"/>
                </a:solidFill>
                <a:latin typeface="Noto Sans KR"/>
                <a:ea typeface="Noto Sans KR"/>
                <a:cs typeface="Noto Sans KR"/>
              </a:rPr>
              <a:t>누가, 언제, 무엇을 입력할지 먼저 함께 정합니다</a:t>
            </a:r>
          </a:p>
        </p:txBody>
      </p:sp>
      <p:graphicFrame>
        <p:nvGraphicFramePr>
          <p:cNvPr id="3" name="">
            <a:extLst xmlns:a="http://schemas.openxmlformats.org/drawingml/2006/main">
              <a:ext uri="{FF2B5EF4-FFF2-40B4-BE49-F238E27FC236}">
                <a16:creationId xmlns:a16="http://schemas.microsoft.com/office/drawing/2014/main" id="{8CC0A3E9-5D29-4762-B429-704E4D327157}"/>
              </a:ext>
            </a:extLst>
          </p:cNvPr>
          <p:cNvGraphicFramePr/>
          <p:nvPr/>
        </p:nvGraphicFramePr>
        <p:xfrm>
          <a:off xmlns:a="http://schemas.openxmlformats.org/drawingml/2006/main" x="628650" y="1866900"/>
          <a:ext xmlns:a="http://schemas.openxmlformats.org/drawingml/2006/main" cx="10934700" cy="3429000"/>
        </p:xfrm>
        <a:graphic xmlns:a="http://schemas.openxmlformats.org/drawingml/2006/main">
          <a:graphicData uri="http://schemas.openxmlformats.org/drawingml/2006/table">
            <a:tbl>
              <a:tblPr/>
              <a:tblGrid>
                <a:gridCol w="2762250"/>
                <a:gridCol w="3619500"/>
                <a:gridCol w="4552950"/>
              </a:tblGrid>
              <a:tr h="685800">
                <a:tc>
                  <a:txBody>
                    <a:bodyPr lIns="114300" tIns="114300" rIns="114300" bIns="114300"/>
                    <a:lstStyle/>
                    <a:p>
                      <a:r>
                        <a:rPr sz="1800" b="1">
                          <a:solidFill>
                            <a:srgbClr val="FFFFFF"/>
                          </a:solidFill>
                          <a:latin typeface="Noto Sans KR"/>
                          <a:ea typeface="Noto Sans KR"/>
                          <a:cs typeface="Noto Sans KR"/>
                        </a:rPr>
                        <a:t>기록할 사람</a:t>
                      </a:r>
                    </a:p>
                  </a:txBody>
                  <a:tcPr marL="91440" marR="91440" marT="45720" marB="45720" anchor="ctr">
                    <a:lnL w="9525">
                      <a:solidFill>
                        <a:srgbClr val="D6E2E6"/>
                      </a:solidFill>
                      <a:prstDash val="solid"/>
                    </a:lnL>
                    <a:lnR w="9525">
                      <a:solidFill>
                        <a:srgbClr val="D6E2E6"/>
                      </a:solidFill>
                      <a:prstDash val="solid"/>
                    </a:lnR>
                    <a:lnT w="9525">
                      <a:solidFill>
                        <a:srgbClr val="D6E2E6"/>
                      </a:solidFill>
                      <a:prstDash val="solid"/>
                    </a:lnT>
                    <a:lnB w="9525">
                      <a:solidFill>
                        <a:srgbClr val="D6E2E6"/>
                      </a:solidFill>
                      <a:prstDash val="solid"/>
                    </a:lnB>
                    <a:solidFill>
                      <a:srgbClr val="102B40"/>
                    </a:solidFill>
                  </a:tcPr>
                </a:tc>
                <a:tc>
                  <a:txBody>
                    <a:bodyPr lIns="114300" tIns="114300" rIns="114300" bIns="114300"/>
                    <a:lstStyle/>
                    <a:p>
                      <a:r>
                        <a:rPr sz="1800" b="1">
                          <a:solidFill>
                            <a:srgbClr val="FFFFFF"/>
                          </a:solidFill>
                          <a:latin typeface="Noto Sans KR"/>
                          <a:ea typeface="Noto Sans KR"/>
                          <a:cs typeface="Noto Sans KR"/>
                        </a:rPr>
                        <a:t>기록할 때</a:t>
                      </a:r>
                    </a:p>
                  </a:txBody>
                  <a:tcPr marL="91440" marR="91440" marT="45720" marB="45720" anchor="ctr">
                    <a:lnR w="9525">
                      <a:solidFill>
                        <a:srgbClr val="D6E2E6"/>
                      </a:solidFill>
                      <a:prstDash val="solid"/>
                    </a:lnR>
                    <a:lnT w="9525">
                      <a:solidFill>
                        <a:srgbClr val="D6E2E6"/>
                      </a:solidFill>
                      <a:prstDash val="solid"/>
                    </a:lnT>
                    <a:lnB w="9525">
                      <a:solidFill>
                        <a:srgbClr val="D6E2E6"/>
                      </a:solidFill>
                      <a:prstDash val="solid"/>
                    </a:lnB>
                    <a:solidFill>
                      <a:srgbClr val="102B40"/>
                    </a:solidFill>
                  </a:tcPr>
                </a:tc>
                <a:tc>
                  <a:txBody>
                    <a:bodyPr lIns="114300" tIns="114300" rIns="114300" bIns="114300"/>
                    <a:lstStyle/>
                    <a:p>
                      <a:r>
                        <a:rPr sz="1800" b="1">
                          <a:solidFill>
                            <a:srgbClr val="FFFFFF"/>
                          </a:solidFill>
                          <a:latin typeface="Noto Sans KR"/>
                          <a:ea typeface="Noto Sans KR"/>
                          <a:cs typeface="Noto Sans KR"/>
                        </a:rPr>
                        <a:t>꼭 남길 내용</a:t>
                      </a:r>
                    </a:p>
                  </a:txBody>
                  <a:tcPr marL="91440" marR="91440" marT="45720" marB="45720" anchor="ctr">
                    <a:lnR w="9525">
                      <a:solidFill>
                        <a:srgbClr val="D6E2E6"/>
                      </a:solidFill>
                      <a:prstDash val="solid"/>
                    </a:lnR>
                    <a:lnT w="9525">
                      <a:solidFill>
                        <a:srgbClr val="D6E2E6"/>
                      </a:solidFill>
                      <a:prstDash val="solid"/>
                    </a:lnT>
                    <a:lnB w="9525">
                      <a:solidFill>
                        <a:srgbClr val="D6E2E6"/>
                      </a:solidFill>
                      <a:prstDash val="solid"/>
                    </a:lnB>
                    <a:solidFill>
                      <a:srgbClr val="102B40"/>
                    </a:solidFill>
                  </a:tcPr>
                </a:tc>
              </a:tr>
              <a:tr h="685800">
                <a:tc>
                  <a:txBody>
                    <a:bodyPr lIns="114300" tIns="114300" rIns="114300" bIns="114300"/>
                    <a:lstStyle/>
                    <a:p>
                      <a:r>
                        <a:rPr sz="1800" b="0">
                          <a:solidFill>
                            <a:srgbClr val="183448"/>
                          </a:solidFill>
                          <a:latin typeface="Noto Sans KR"/>
                          <a:ea typeface="Noto Sans KR"/>
                          <a:cs typeface="Noto Sans KR"/>
                        </a:rPr>
                        <a:t>구매·입고 담당</a:t>
                      </a:r>
                    </a:p>
                  </a:txBody>
                  <a:tcPr marL="91440" marR="91440" marT="45720" marB="45720" anchor="ctr">
                    <a:lnL w="9525">
                      <a:solidFill>
                        <a:srgbClr val="D6E2E6"/>
                      </a:solidFill>
                      <a:prstDash val="solid"/>
                    </a:lnL>
                    <a:lnR w="9525">
                      <a:solidFill>
                        <a:srgbClr val="D6E2E6"/>
                      </a:solidFill>
                      <a:prstDash val="solid"/>
                    </a:lnR>
                    <a:lnB w="9525">
                      <a:solidFill>
                        <a:srgbClr val="D6E2E6"/>
                      </a:solidFill>
                      <a:prstDash val="solid"/>
                    </a:lnB>
                    <a:solidFill>
                      <a:srgbClr val="EFF5F6"/>
                    </a:solidFill>
                  </a:tcPr>
                </a:tc>
                <a:tc>
                  <a:txBody>
                    <a:bodyPr lIns="114300" tIns="114300" rIns="114300" bIns="114300"/>
                    <a:lstStyle/>
                    <a:p>
                      <a:r>
                        <a:rPr sz="1800" b="0">
                          <a:solidFill>
                            <a:srgbClr val="183448"/>
                          </a:solidFill>
                          <a:latin typeface="Noto Sans KR"/>
                          <a:ea typeface="Noto Sans KR"/>
                          <a:cs typeface="Noto Sans KR"/>
                        </a:rPr>
                        <a:t>발주·입고 확인 시</a:t>
                      </a:r>
                    </a:p>
                  </a:txBody>
                  <a:tcPr marL="91440" marR="91440" marT="45720" marB="45720" anchor="ctr">
                    <a:lnR w="9525">
                      <a:solidFill>
                        <a:srgbClr val="D6E2E6"/>
                      </a:solidFill>
                      <a:prstDash val="solid"/>
                    </a:lnR>
                    <a:lnB w="9525">
                      <a:solidFill>
                        <a:srgbClr val="D6E2E6"/>
                      </a:solidFill>
                      <a:prstDash val="solid"/>
                    </a:lnB>
                    <a:solidFill>
                      <a:srgbClr val="EFF5F6"/>
                    </a:solidFill>
                  </a:tcPr>
                </a:tc>
                <a:tc>
                  <a:txBody>
                    <a:bodyPr lIns="114300" tIns="114300" rIns="114300" bIns="114300"/>
                    <a:lstStyle/>
                    <a:p>
                      <a:r>
                        <a:rPr sz="1800" b="0">
                          <a:solidFill>
                            <a:srgbClr val="183448"/>
                          </a:solidFill>
                          <a:latin typeface="Noto Sans KR"/>
                          <a:ea typeface="Noto Sans KR"/>
                          <a:cs typeface="Noto Sans KR"/>
                        </a:rPr>
                        <a:t>입고 예정일·실제 입고 수량</a:t>
                      </a:r>
                    </a:p>
                  </a:txBody>
                  <a:tcPr marL="91440" marR="91440" marT="45720" marB="45720" anchor="ctr">
                    <a:lnR w="9525">
                      <a:solidFill>
                        <a:srgbClr val="D6E2E6"/>
                      </a:solidFill>
                      <a:prstDash val="solid"/>
                    </a:lnR>
                    <a:lnB w="9525">
                      <a:solidFill>
                        <a:srgbClr val="D6E2E6"/>
                      </a:solidFill>
                      <a:prstDash val="solid"/>
                    </a:lnB>
                    <a:solidFill>
                      <a:srgbClr val="EFF5F6"/>
                    </a:solidFill>
                  </a:tcPr>
                </a:tc>
              </a:tr>
              <a:tr h="685800">
                <a:tc>
                  <a:txBody>
                    <a:bodyPr lIns="114300" tIns="114300" rIns="114300" bIns="114300"/>
                    <a:lstStyle/>
                    <a:p>
                      <a:r>
                        <a:rPr sz="1800" b="0">
                          <a:solidFill>
                            <a:srgbClr val="183448"/>
                          </a:solidFill>
                          <a:latin typeface="Noto Sans KR"/>
                          <a:ea typeface="Noto Sans KR"/>
                          <a:cs typeface="Noto Sans KR"/>
                        </a:rPr>
                        <a:t>현장 작업자</a:t>
                      </a:r>
                    </a:p>
                  </a:txBody>
                  <a:tcPr marL="91440" marR="91440" marT="45720" marB="45720" anchor="ctr">
                    <a:lnL w="9525">
                      <a:solidFill>
                        <a:srgbClr val="D6E2E6"/>
                      </a:solidFill>
                      <a:prstDash val="solid"/>
                    </a:lnL>
                    <a:lnR w="9525">
                      <a:solidFill>
                        <a:srgbClr val="D6E2E6"/>
                      </a:solidFill>
                      <a:prstDash val="solid"/>
                    </a:lnR>
                    <a:lnB w="9525">
                      <a:solidFill>
                        <a:srgbClr val="D6E2E6"/>
                      </a:solidFill>
                      <a:prstDash val="solid"/>
                    </a:lnB>
                    <a:solidFill>
                      <a:srgbClr val="FFFFFF"/>
                    </a:solidFill>
                  </a:tcPr>
                </a:tc>
                <a:tc>
                  <a:txBody>
                    <a:bodyPr lIns="114300" tIns="114300" rIns="114300" bIns="114300"/>
                    <a:lstStyle/>
                    <a:p>
                      <a:r>
                        <a:rPr sz="1800" b="0">
                          <a:solidFill>
                            <a:srgbClr val="183448"/>
                          </a:solidFill>
                          <a:latin typeface="Noto Sans KR"/>
                          <a:ea typeface="Noto Sans KR"/>
                          <a:cs typeface="Noto Sans KR"/>
                        </a:rPr>
                        <a:t>작업 시작·중단·종료 시</a:t>
                      </a:r>
                    </a:p>
                  </a:txBody>
                  <a:tcPr marL="91440" marR="91440" marT="45720" marB="45720" anchor="ctr">
                    <a:lnR w="9525">
                      <a:solidFill>
                        <a:srgbClr val="D6E2E6"/>
                      </a:solidFill>
                      <a:prstDash val="solid"/>
                    </a:lnR>
                    <a:lnB w="9525">
                      <a:solidFill>
                        <a:srgbClr val="D6E2E6"/>
                      </a:solidFill>
                      <a:prstDash val="solid"/>
                    </a:lnB>
                    <a:solidFill>
                      <a:srgbClr val="FFFFFF"/>
                    </a:solidFill>
                  </a:tcPr>
                </a:tc>
                <a:tc>
                  <a:txBody>
                    <a:bodyPr lIns="114300" tIns="114300" rIns="114300" bIns="114300"/>
                    <a:lstStyle/>
                    <a:p>
                      <a:r>
                        <a:rPr sz="1800" b="0">
                          <a:solidFill>
                            <a:srgbClr val="183448"/>
                          </a:solidFill>
                          <a:latin typeface="Noto Sans KR"/>
                          <a:ea typeface="Noto Sans KR"/>
                          <a:cs typeface="Noto Sans KR"/>
                        </a:rPr>
                        <a:t>작업 상태·양품·불량 수량</a:t>
                      </a:r>
                    </a:p>
                  </a:txBody>
                  <a:tcPr marL="91440" marR="91440" marT="45720" marB="45720" anchor="ctr">
                    <a:lnR w="9525">
                      <a:solidFill>
                        <a:srgbClr val="D6E2E6"/>
                      </a:solidFill>
                      <a:prstDash val="solid"/>
                    </a:lnR>
                    <a:lnB w="9525">
                      <a:solidFill>
                        <a:srgbClr val="D6E2E6"/>
                      </a:solidFill>
                      <a:prstDash val="solid"/>
                    </a:lnB>
                    <a:solidFill>
                      <a:srgbClr val="FFFFFF"/>
                    </a:solidFill>
                  </a:tcPr>
                </a:tc>
              </a:tr>
              <a:tr h="685800">
                <a:tc>
                  <a:txBody>
                    <a:bodyPr lIns="114300" tIns="114300" rIns="114300" bIns="114300"/>
                    <a:lstStyle/>
                    <a:p>
                      <a:r>
                        <a:rPr sz="1800" b="0">
                          <a:solidFill>
                            <a:srgbClr val="183448"/>
                          </a:solidFill>
                          <a:latin typeface="Noto Sans KR"/>
                          <a:ea typeface="Noto Sans KR"/>
                          <a:cs typeface="Noto Sans KR"/>
                        </a:rPr>
                        <a:t>품질 담당</a:t>
                      </a:r>
                    </a:p>
                  </a:txBody>
                  <a:tcPr marL="91440" marR="91440" marT="45720" marB="45720" anchor="ctr">
                    <a:lnL w="9525">
                      <a:solidFill>
                        <a:srgbClr val="D6E2E6"/>
                      </a:solidFill>
                      <a:prstDash val="solid"/>
                    </a:lnL>
                    <a:lnR w="9525">
                      <a:solidFill>
                        <a:srgbClr val="D6E2E6"/>
                      </a:solidFill>
                      <a:prstDash val="solid"/>
                    </a:lnR>
                    <a:lnB w="9525">
                      <a:solidFill>
                        <a:srgbClr val="D6E2E6"/>
                      </a:solidFill>
                      <a:prstDash val="solid"/>
                    </a:lnB>
                    <a:solidFill>
                      <a:srgbClr val="EFF5F6"/>
                    </a:solidFill>
                  </a:tcPr>
                </a:tc>
                <a:tc>
                  <a:txBody>
                    <a:bodyPr lIns="114300" tIns="114300" rIns="114300" bIns="114300"/>
                    <a:lstStyle/>
                    <a:p>
                      <a:r>
                        <a:rPr sz="1800" b="0">
                          <a:solidFill>
                            <a:srgbClr val="183448"/>
                          </a:solidFill>
                          <a:latin typeface="Noto Sans KR"/>
                          <a:ea typeface="Noto Sans KR"/>
                          <a:cs typeface="Noto Sans KR"/>
                        </a:rPr>
                        <a:t>검사·조치 완료 시</a:t>
                      </a:r>
                    </a:p>
                  </a:txBody>
                  <a:tcPr marL="91440" marR="91440" marT="45720" marB="45720" anchor="ctr">
                    <a:lnR w="9525">
                      <a:solidFill>
                        <a:srgbClr val="D6E2E6"/>
                      </a:solidFill>
                      <a:prstDash val="solid"/>
                    </a:lnR>
                    <a:lnB w="9525">
                      <a:solidFill>
                        <a:srgbClr val="D6E2E6"/>
                      </a:solidFill>
                      <a:prstDash val="solid"/>
                    </a:lnB>
                    <a:solidFill>
                      <a:srgbClr val="EFF5F6"/>
                    </a:solidFill>
                  </a:tcPr>
                </a:tc>
                <a:tc>
                  <a:txBody>
                    <a:bodyPr lIns="114300" tIns="114300" rIns="114300" bIns="114300"/>
                    <a:lstStyle/>
                    <a:p>
                      <a:r>
                        <a:rPr sz="1800" b="0">
                          <a:solidFill>
                            <a:srgbClr val="183448"/>
                          </a:solidFill>
                          <a:latin typeface="Noto Sans KR"/>
                          <a:ea typeface="Noto Sans KR"/>
                          <a:cs typeface="Noto Sans KR"/>
                        </a:rPr>
                        <a:t>검사 결과·불량유형·처리 내용</a:t>
                      </a:r>
                    </a:p>
                  </a:txBody>
                  <a:tcPr marL="91440" marR="91440" marT="45720" marB="45720" anchor="ctr">
                    <a:lnR w="9525">
                      <a:solidFill>
                        <a:srgbClr val="D6E2E6"/>
                      </a:solidFill>
                      <a:prstDash val="solid"/>
                    </a:lnR>
                    <a:lnB w="9525">
                      <a:solidFill>
                        <a:srgbClr val="D6E2E6"/>
                      </a:solidFill>
                      <a:prstDash val="solid"/>
                    </a:lnB>
                    <a:solidFill>
                      <a:srgbClr val="EFF5F6"/>
                    </a:solidFill>
                  </a:tcPr>
                </a:tc>
              </a:tr>
              <a:tr h="685800">
                <a:tc>
                  <a:txBody>
                    <a:bodyPr lIns="114300" tIns="114300" rIns="114300" bIns="114300"/>
                    <a:lstStyle/>
                    <a:p>
                      <a:r>
                        <a:rPr sz="1800" b="0">
                          <a:solidFill>
                            <a:srgbClr val="183448"/>
                          </a:solidFill>
                          <a:latin typeface="Noto Sans KR"/>
                          <a:ea typeface="Noto Sans KR"/>
                          <a:cs typeface="Noto Sans KR"/>
                        </a:rPr>
                        <a:t>출고 담당</a:t>
                      </a:r>
                    </a:p>
                  </a:txBody>
                  <a:tcPr marL="91440" marR="91440" marT="45720" marB="45720" anchor="ctr">
                    <a:lnL w="9525">
                      <a:solidFill>
                        <a:srgbClr val="D6E2E6"/>
                      </a:solidFill>
                      <a:prstDash val="solid"/>
                    </a:lnL>
                    <a:lnR w="9525">
                      <a:solidFill>
                        <a:srgbClr val="D6E2E6"/>
                      </a:solidFill>
                      <a:prstDash val="solid"/>
                    </a:lnR>
                    <a:lnB w="9525">
                      <a:solidFill>
                        <a:srgbClr val="D6E2E6"/>
                      </a:solidFill>
                      <a:prstDash val="solid"/>
                    </a:lnB>
                    <a:solidFill>
                      <a:srgbClr val="FFFFFF"/>
                    </a:solidFill>
                  </a:tcPr>
                </a:tc>
                <a:tc>
                  <a:txBody>
                    <a:bodyPr lIns="114300" tIns="114300" rIns="114300" bIns="114300"/>
                    <a:lstStyle/>
                    <a:p>
                      <a:r>
                        <a:rPr sz="1800" b="0">
                          <a:solidFill>
                            <a:srgbClr val="183448"/>
                          </a:solidFill>
                          <a:latin typeface="Noto Sans KR"/>
                          <a:ea typeface="Noto Sans KR"/>
                          <a:cs typeface="Noto Sans KR"/>
                        </a:rPr>
                        <a:t>실제 출고 확인 시</a:t>
                      </a:r>
                    </a:p>
                  </a:txBody>
                  <a:tcPr marL="91440" marR="91440" marT="45720" marB="45720" anchor="ctr">
                    <a:lnR w="9525">
                      <a:solidFill>
                        <a:srgbClr val="D6E2E6"/>
                      </a:solidFill>
                      <a:prstDash val="solid"/>
                    </a:lnR>
                    <a:lnB w="9525">
                      <a:solidFill>
                        <a:srgbClr val="D6E2E6"/>
                      </a:solidFill>
                      <a:prstDash val="solid"/>
                    </a:lnB>
                    <a:solidFill>
                      <a:srgbClr val="FFFFFF"/>
                    </a:solidFill>
                  </a:tcPr>
                </a:tc>
                <a:tc>
                  <a:txBody>
                    <a:bodyPr lIns="114300" tIns="114300" rIns="114300" bIns="114300"/>
                    <a:lstStyle/>
                    <a:p>
                      <a:r>
                        <a:rPr sz="1800" b="0">
                          <a:solidFill>
                            <a:srgbClr val="183448"/>
                          </a:solidFill>
                          <a:latin typeface="Noto Sans KR"/>
                          <a:ea typeface="Noto Sans KR"/>
                          <a:cs typeface="Noto Sans KR"/>
                        </a:rPr>
                        <a:t>출고 일자·실제 출고 수량</a:t>
                      </a:r>
                    </a:p>
                  </a:txBody>
                  <a:tcPr marL="91440" marR="91440" marT="45720" marB="45720" anchor="ctr">
                    <a:lnR w="9525">
                      <a:solidFill>
                        <a:srgbClr val="D6E2E6"/>
                      </a:solidFill>
                      <a:prstDash val="solid"/>
                    </a:lnR>
                    <a:lnB w="9525">
                      <a:solidFill>
                        <a:srgbClr val="D6E2E6"/>
                      </a:solidFill>
                      <a:prstDash val="solid"/>
                    </a:lnB>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A13412DD-897C-48A5-936C-83D98FDD6610}"/>
              </a:ext>
            </a:extLst>
          </p:cNvPr>
          <p:cNvSpPr>
            <a:spLocks xmlns:a="http://schemas.openxmlformats.org/drawingml/2006/main" noGrp="1"/>
          </p:cNvSpPr>
          <p:nvPr/>
        </p:nvSpPr>
        <p:spPr>
          <a:xfrm xmlns:a="http://schemas.openxmlformats.org/drawingml/2006/main">
            <a:off x="628650" y="5829300"/>
            <a:ext cx="10839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350" b="0">
                <a:solidFill>
                  <a:srgbClr val="607481"/>
                </a:solidFill>
                <a:latin typeface="Noto Sans KR"/>
                <a:ea typeface="Noto Sans KR"/>
                <a:cs typeface="Noto Sans KR"/>
              </a:defRPr>
            </a:defPPr>
            <a:lvl1pPr>
              <a:defRPr sz="1350" b="0">
                <a:solidFill>
                  <a:srgbClr val="607481"/>
                </a:solidFill>
                <a:latin typeface="Noto Sans KR"/>
                <a:ea typeface="Noto Sans KR"/>
                <a:cs typeface="Noto Sans KR"/>
              </a:defRPr>
            </a:lvl1pPr>
            <a:lvl2pPr>
              <a:defRPr sz="1350" b="0">
                <a:solidFill>
                  <a:srgbClr val="607481"/>
                </a:solidFill>
                <a:latin typeface="Noto Sans KR"/>
                <a:ea typeface="Noto Sans KR"/>
                <a:cs typeface="Noto Sans KR"/>
              </a:defRPr>
            </a:lvl2pPr>
            <a:lvl3pPr>
              <a:defRPr sz="1350" b="0">
                <a:solidFill>
                  <a:srgbClr val="607481"/>
                </a:solidFill>
                <a:latin typeface="Noto Sans KR"/>
                <a:ea typeface="Noto Sans KR"/>
                <a:cs typeface="Noto Sans KR"/>
              </a:defRPr>
            </a:lvl3pPr>
            <a:lvl4pPr>
              <a:defRPr sz="1350" b="0">
                <a:solidFill>
                  <a:srgbClr val="607481"/>
                </a:solidFill>
                <a:latin typeface="Noto Sans KR"/>
                <a:ea typeface="Noto Sans KR"/>
                <a:cs typeface="Noto Sans KR"/>
              </a:defRPr>
            </a:lvl4pPr>
            <a:lvl5pPr>
              <a:defRPr sz="1350" b="0">
                <a:solidFill>
                  <a:srgbClr val="607481"/>
                </a:solidFill>
                <a:latin typeface="Noto Sans KR"/>
                <a:ea typeface="Noto Sans KR"/>
                <a:cs typeface="Noto Sans KR"/>
              </a:defRPr>
            </a:lvl5pPr>
            <a:lvl6pPr>
              <a:defRPr sz="1350" b="0">
                <a:solidFill>
                  <a:srgbClr val="607481"/>
                </a:solidFill>
                <a:latin typeface="Noto Sans KR"/>
                <a:ea typeface="Noto Sans KR"/>
                <a:cs typeface="Noto Sans KR"/>
              </a:defRPr>
            </a:lvl6pPr>
            <a:lvl7pPr>
              <a:defRPr sz="1350" b="0">
                <a:solidFill>
                  <a:srgbClr val="607481"/>
                </a:solidFill>
                <a:latin typeface="Noto Sans KR"/>
                <a:ea typeface="Noto Sans KR"/>
                <a:cs typeface="Noto Sans KR"/>
              </a:defRPr>
            </a:lvl7pPr>
            <a:lvl8pPr>
              <a:defRPr sz="1350" b="0">
                <a:solidFill>
                  <a:srgbClr val="607481"/>
                </a:solidFill>
                <a:latin typeface="Noto Sans KR"/>
                <a:ea typeface="Noto Sans KR"/>
                <a:cs typeface="Noto Sans KR"/>
              </a:defRPr>
            </a:lvl8pPr>
            <a:lvl9pPr>
              <a:defRPr sz="1350" b="0">
                <a:solidFill>
                  <a:srgbClr val="607481"/>
                </a:solidFill>
                <a:latin typeface="Noto Sans KR"/>
                <a:ea typeface="Noto Sans KR"/>
                <a:cs typeface="Noto Sans KR"/>
              </a:defRPr>
            </a:lvl9pPr>
          </a:lstStyle>
          <a:p xmlns:a="http://schemas.openxmlformats.org/drawingml/2006/main">
            <a:pPr>
              <a:defRPr sz="1350" b="0">
                <a:solidFill>
                  <a:srgbClr val="607481"/>
                </a:solidFill>
                <a:latin typeface="Noto Sans KR"/>
                <a:ea typeface="Noto Sans KR"/>
                <a:cs typeface="Noto Sans KR"/>
              </a:defRPr>
            </a:pPr>
            <a:r>
              <a:rPr sz="1350" b="0">
                <a:solidFill>
                  <a:srgbClr val="607481"/>
                </a:solidFill>
                <a:latin typeface="Noto Sans KR"/>
                <a:ea typeface="Noto Sans KR"/>
                <a:cs typeface="Noto Sans KR"/>
              </a:rPr>
              <a:t>실제 업무 분장에 맞춰 책임·입력 시점·수정 방법을 합의. 입력 누락과 실제 작업 중단은 구분</a:t>
            </a:r>
          </a:p>
        </p:txBody>
      </p:sp>
      <p:sp>
        <p:nvSpPr>
          <p:cNvPr id="5" name="text-3">
            <a:extLst xmlns:a="http://schemas.openxmlformats.org/drawingml/2006/main">
              <a:ext uri="{FF2B5EF4-FFF2-40B4-BE49-F238E27FC236}">
                <a16:creationId xmlns:a16="http://schemas.microsoft.com/office/drawing/2014/main" id="{8E6FF2FB-A347-47A2-AE10-6E2294E602AC}"/>
              </a:ext>
            </a:extLst>
          </p:cNvPr>
          <p:cNvSpPr>
            <a:spLocks xmlns:a="http://schemas.openxmlformats.org/drawingml/2006/main" noGrp="1"/>
          </p:cNvSpPr>
          <p:nvPr/>
        </p:nvSpPr>
        <p:spPr>
          <a:xfrm xmlns:a="http://schemas.openxmlformats.org/drawingml/2006/main">
            <a:off x="6810375" y="1238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275" b="1">
                <a:solidFill>
                  <a:srgbClr val="007F83"/>
                </a:solidFill>
                <a:latin typeface="Noto Sans KR"/>
                <a:ea typeface="Noto Sans KR"/>
                <a:cs typeface="Noto Sans KR"/>
              </a:defRPr>
            </a:defPPr>
            <a:lvl1pPr>
              <a:defRPr sz="1275" b="1">
                <a:solidFill>
                  <a:srgbClr val="007F83"/>
                </a:solidFill>
                <a:latin typeface="Noto Sans KR"/>
                <a:ea typeface="Noto Sans KR"/>
                <a:cs typeface="Noto Sans KR"/>
              </a:defRPr>
            </a:lvl1pPr>
            <a:lvl2pPr>
              <a:defRPr sz="1275" b="1">
                <a:solidFill>
                  <a:srgbClr val="007F83"/>
                </a:solidFill>
                <a:latin typeface="Noto Sans KR"/>
                <a:ea typeface="Noto Sans KR"/>
                <a:cs typeface="Noto Sans KR"/>
              </a:defRPr>
            </a:lvl2pPr>
            <a:lvl3pPr>
              <a:defRPr sz="1275" b="1">
                <a:solidFill>
                  <a:srgbClr val="007F83"/>
                </a:solidFill>
                <a:latin typeface="Noto Sans KR"/>
                <a:ea typeface="Noto Sans KR"/>
                <a:cs typeface="Noto Sans KR"/>
              </a:defRPr>
            </a:lvl3pPr>
            <a:lvl4pPr>
              <a:defRPr sz="1275" b="1">
                <a:solidFill>
                  <a:srgbClr val="007F83"/>
                </a:solidFill>
                <a:latin typeface="Noto Sans KR"/>
                <a:ea typeface="Noto Sans KR"/>
                <a:cs typeface="Noto Sans KR"/>
              </a:defRPr>
            </a:lvl4pPr>
            <a:lvl5pPr>
              <a:defRPr sz="1275" b="1">
                <a:solidFill>
                  <a:srgbClr val="007F83"/>
                </a:solidFill>
                <a:latin typeface="Noto Sans KR"/>
                <a:ea typeface="Noto Sans KR"/>
                <a:cs typeface="Noto Sans KR"/>
              </a:defRPr>
            </a:lvl5pPr>
            <a:lvl6pPr>
              <a:defRPr sz="1275" b="1">
                <a:solidFill>
                  <a:srgbClr val="007F83"/>
                </a:solidFill>
                <a:latin typeface="Noto Sans KR"/>
                <a:ea typeface="Noto Sans KR"/>
                <a:cs typeface="Noto Sans KR"/>
              </a:defRPr>
            </a:lvl6pPr>
            <a:lvl7pPr>
              <a:defRPr sz="1275" b="1">
                <a:solidFill>
                  <a:srgbClr val="007F83"/>
                </a:solidFill>
                <a:latin typeface="Noto Sans KR"/>
                <a:ea typeface="Noto Sans KR"/>
                <a:cs typeface="Noto Sans KR"/>
              </a:defRPr>
            </a:lvl7pPr>
            <a:lvl8pPr>
              <a:defRPr sz="1275" b="1">
                <a:solidFill>
                  <a:srgbClr val="007F83"/>
                </a:solidFill>
                <a:latin typeface="Noto Sans KR"/>
                <a:ea typeface="Noto Sans KR"/>
                <a:cs typeface="Noto Sans KR"/>
              </a:defRPr>
            </a:lvl8pPr>
            <a:lvl9pPr>
              <a:defRPr sz="1275" b="1">
                <a:solidFill>
                  <a:srgbClr val="007F83"/>
                </a:solidFill>
                <a:latin typeface="Noto Sans KR"/>
                <a:ea typeface="Noto Sans KR"/>
                <a:cs typeface="Noto Sans KR"/>
              </a:defRPr>
            </a:lvl9pPr>
          </a:lstStyle>
          <a:p xmlns:a="http://schemas.openxmlformats.org/drawingml/2006/main">
            <a:pPr>
              <a:defRPr sz="1275" b="1">
                <a:solidFill>
                  <a:srgbClr val="007F83"/>
                </a:solidFill>
                <a:latin typeface="Noto Sans KR"/>
                <a:ea typeface="Noto Sans KR"/>
                <a:cs typeface="Noto Sans KR"/>
              </a:defRPr>
            </a:pPr>
            <a:r>
              <a:rPr sz="1275" b="1">
                <a:solidFill>
                  <a:srgbClr val="007F83"/>
                </a:solidFill>
                <a:latin typeface="Noto Sans KR"/>
                <a:ea typeface="Noto Sans KR"/>
                <a:cs typeface="Noto Sans KR"/>
              </a:rPr>
              <a:t>기록과 쉬운 사용</a:t>
            </a:r>
          </a:p>
        </p:txBody>
      </p:sp>
      <p:sp>
        <p:nvSpPr>
          <p:cNvPr id="6" name="text-4">
            <a:extLst xmlns:a="http://schemas.openxmlformats.org/drawingml/2006/main">
              <a:ext uri="{FF2B5EF4-FFF2-40B4-BE49-F238E27FC236}">
                <a16:creationId xmlns:a16="http://schemas.microsoft.com/office/drawing/2014/main" id="{896935F6-BFDD-48C6-94F5-626956BF6635}"/>
              </a:ext>
            </a:extLst>
          </p:cNvPr>
          <p:cNvSpPr>
            <a:spLocks xmlns:a="http://schemas.openxmlformats.org/drawingml/2006/main" noGrp="1"/>
          </p:cNvSpPr>
          <p:nvPr/>
        </p:nvSpPr>
        <p:spPr>
          <a:xfrm xmlns:a="http://schemas.openxmlformats.org/drawingml/2006/main">
            <a:off x="10382250" y="123825"/>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275" b="0">
                <a:solidFill>
                  <a:srgbClr val="607481"/>
                </a:solidFill>
                <a:latin typeface="Noto Sans KR"/>
                <a:ea typeface="Noto Sans KR"/>
                <a:cs typeface="Noto Sans KR"/>
              </a:defRPr>
            </a:defPPr>
            <a:lvl1pPr>
              <a:defRPr sz="1275" b="0">
                <a:solidFill>
                  <a:srgbClr val="607481"/>
                </a:solidFill>
                <a:latin typeface="Noto Sans KR"/>
                <a:ea typeface="Noto Sans KR"/>
                <a:cs typeface="Noto Sans KR"/>
              </a:defRPr>
            </a:lvl1pPr>
            <a:lvl2pPr>
              <a:defRPr sz="1275" b="0">
                <a:solidFill>
                  <a:srgbClr val="607481"/>
                </a:solidFill>
                <a:latin typeface="Noto Sans KR"/>
                <a:ea typeface="Noto Sans KR"/>
                <a:cs typeface="Noto Sans KR"/>
              </a:defRPr>
            </a:lvl2pPr>
            <a:lvl3pPr>
              <a:defRPr sz="1275" b="0">
                <a:solidFill>
                  <a:srgbClr val="607481"/>
                </a:solidFill>
                <a:latin typeface="Noto Sans KR"/>
                <a:ea typeface="Noto Sans KR"/>
                <a:cs typeface="Noto Sans KR"/>
              </a:defRPr>
            </a:lvl3pPr>
            <a:lvl4pPr>
              <a:defRPr sz="1275" b="0">
                <a:solidFill>
                  <a:srgbClr val="607481"/>
                </a:solidFill>
                <a:latin typeface="Noto Sans KR"/>
                <a:ea typeface="Noto Sans KR"/>
                <a:cs typeface="Noto Sans KR"/>
              </a:defRPr>
            </a:lvl4pPr>
            <a:lvl5pPr>
              <a:defRPr sz="1275" b="0">
                <a:solidFill>
                  <a:srgbClr val="607481"/>
                </a:solidFill>
                <a:latin typeface="Noto Sans KR"/>
                <a:ea typeface="Noto Sans KR"/>
                <a:cs typeface="Noto Sans KR"/>
              </a:defRPr>
            </a:lvl5pPr>
            <a:lvl6pPr>
              <a:defRPr sz="1275" b="0">
                <a:solidFill>
                  <a:srgbClr val="607481"/>
                </a:solidFill>
                <a:latin typeface="Noto Sans KR"/>
                <a:ea typeface="Noto Sans KR"/>
                <a:cs typeface="Noto Sans KR"/>
              </a:defRPr>
            </a:lvl6pPr>
            <a:lvl7pPr>
              <a:defRPr sz="1275" b="0">
                <a:solidFill>
                  <a:srgbClr val="607481"/>
                </a:solidFill>
                <a:latin typeface="Noto Sans KR"/>
                <a:ea typeface="Noto Sans KR"/>
                <a:cs typeface="Noto Sans KR"/>
              </a:defRPr>
            </a:lvl7pPr>
            <a:lvl8pPr>
              <a:defRPr sz="1275" b="0">
                <a:solidFill>
                  <a:srgbClr val="607481"/>
                </a:solidFill>
                <a:latin typeface="Noto Sans KR"/>
                <a:ea typeface="Noto Sans KR"/>
                <a:cs typeface="Noto Sans KR"/>
              </a:defRPr>
            </a:lvl8pPr>
            <a:lvl9pPr>
              <a:defRPr sz="1275" b="0">
                <a:solidFill>
                  <a:srgbClr val="607481"/>
                </a:solidFill>
                <a:latin typeface="Noto Sans KR"/>
                <a:ea typeface="Noto Sans KR"/>
                <a:cs typeface="Noto Sans KR"/>
              </a:defRPr>
            </a:lvl9pPr>
          </a:lstStyle>
          <a:p xmlns:a="http://schemas.openxmlformats.org/drawingml/2006/main">
            <a:pPr>
              <a:defRPr sz="1275" b="0">
                <a:solidFill>
                  <a:srgbClr val="607481"/>
                </a:solidFill>
                <a:latin typeface="Noto Sans KR"/>
                <a:ea typeface="Noto Sans KR"/>
                <a:cs typeface="Noto Sans KR"/>
              </a:defRPr>
            </a:pPr>
            <a:r>
              <a:rPr sz="1275" b="0">
                <a:solidFill>
                  <a:srgbClr val="607481"/>
                </a:solidFill>
                <a:latin typeface="Noto Sans KR"/>
                <a:ea typeface="Noto Sans KR"/>
                <a:cs typeface="Noto Sans KR"/>
              </a:rPr>
              <a:t>7 / 11쪽</a:t>
            </a:r>
          </a:p>
        </p:txBody>
      </p:sp>
    </p:spTree>
    <p:extLst>
      <p:ext uri="{BB962C8B-B14F-4D97-AF65-F5344CB8AC3E}">
        <p14:creationId xmlns:p14="http://schemas.microsoft.com/office/powerpoint/2010/main" val="72279180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A80BEBFE-77C2-45CD-A803-8461A9C5A4BC}"/>
              </a:ext>
            </a:extLst>
          </p:cNvPr>
          <p:cNvSpPr>
            <a:spLocks xmlns:a="http://schemas.openxmlformats.org/drawingml/2006/main" noGrp="1"/>
          </p:cNvSpPr>
          <p:nvPr/>
        </p:nvSpPr>
        <p:spPr>
          <a:xfrm xmlns:a="http://schemas.openxmlformats.org/drawingml/2006/main">
            <a:off x="609600" y="428625"/>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3000" b="1">
                <a:solidFill>
                  <a:srgbClr val="102B40"/>
                </a:solidFill>
                <a:latin typeface="Noto Sans KR"/>
                <a:ea typeface="Noto Sans KR"/>
                <a:cs typeface="Noto Sans KR"/>
              </a:defRPr>
            </a:defPPr>
            <a:lvl1pPr>
              <a:defRPr sz="3000" b="1">
                <a:solidFill>
                  <a:srgbClr val="102B40"/>
                </a:solidFill>
                <a:latin typeface="Noto Sans KR"/>
                <a:ea typeface="Noto Sans KR"/>
                <a:cs typeface="Noto Sans KR"/>
              </a:defRPr>
            </a:lvl1pPr>
            <a:lvl2pPr>
              <a:defRPr sz="3000" b="1">
                <a:solidFill>
                  <a:srgbClr val="102B40"/>
                </a:solidFill>
                <a:latin typeface="Noto Sans KR"/>
                <a:ea typeface="Noto Sans KR"/>
                <a:cs typeface="Noto Sans KR"/>
              </a:defRPr>
            </a:lvl2pPr>
            <a:lvl3pPr>
              <a:defRPr sz="3000" b="1">
                <a:solidFill>
                  <a:srgbClr val="102B40"/>
                </a:solidFill>
                <a:latin typeface="Noto Sans KR"/>
                <a:ea typeface="Noto Sans KR"/>
                <a:cs typeface="Noto Sans KR"/>
              </a:defRPr>
            </a:lvl3pPr>
            <a:lvl4pPr>
              <a:defRPr sz="3000" b="1">
                <a:solidFill>
                  <a:srgbClr val="102B40"/>
                </a:solidFill>
                <a:latin typeface="Noto Sans KR"/>
                <a:ea typeface="Noto Sans KR"/>
                <a:cs typeface="Noto Sans KR"/>
              </a:defRPr>
            </a:lvl4pPr>
            <a:lvl5pPr>
              <a:defRPr sz="3000" b="1">
                <a:solidFill>
                  <a:srgbClr val="102B40"/>
                </a:solidFill>
                <a:latin typeface="Noto Sans KR"/>
                <a:ea typeface="Noto Sans KR"/>
                <a:cs typeface="Noto Sans KR"/>
              </a:defRPr>
            </a:lvl5pPr>
            <a:lvl6pPr>
              <a:defRPr sz="3000" b="1">
                <a:solidFill>
                  <a:srgbClr val="102B40"/>
                </a:solidFill>
                <a:latin typeface="Noto Sans KR"/>
                <a:ea typeface="Noto Sans KR"/>
                <a:cs typeface="Noto Sans KR"/>
              </a:defRPr>
            </a:lvl6pPr>
            <a:lvl7pPr>
              <a:defRPr sz="3000" b="1">
                <a:solidFill>
                  <a:srgbClr val="102B40"/>
                </a:solidFill>
                <a:latin typeface="Noto Sans KR"/>
                <a:ea typeface="Noto Sans KR"/>
                <a:cs typeface="Noto Sans KR"/>
              </a:defRPr>
            </a:lvl7pPr>
            <a:lvl8pPr>
              <a:defRPr sz="3000" b="1">
                <a:solidFill>
                  <a:srgbClr val="102B40"/>
                </a:solidFill>
                <a:latin typeface="Noto Sans KR"/>
                <a:ea typeface="Noto Sans KR"/>
                <a:cs typeface="Noto Sans KR"/>
              </a:defRPr>
            </a:lvl8pPr>
            <a:lvl9pPr>
              <a:defRPr sz="3000" b="1">
                <a:solidFill>
                  <a:srgbClr val="102B40"/>
                </a:solidFill>
                <a:latin typeface="Noto Sans KR"/>
                <a:ea typeface="Noto Sans KR"/>
                <a:cs typeface="Noto Sans KR"/>
              </a:defRPr>
            </a:lvl9pPr>
          </a:lstStyle>
          <a:p xmlns:a="http://schemas.openxmlformats.org/drawingml/2006/main">
            <a:pPr>
              <a:defRPr sz="3000" b="1">
                <a:solidFill>
                  <a:srgbClr val="102B40"/>
                </a:solidFill>
                <a:latin typeface="Noto Sans KR"/>
                <a:ea typeface="Noto Sans KR"/>
                <a:cs typeface="Noto Sans KR"/>
              </a:defRPr>
            </a:pPr>
            <a:r>
              <a:rPr sz="3000" b="1">
                <a:solidFill>
                  <a:srgbClr val="102B40"/>
                </a:solidFill>
                <a:latin typeface="Noto Sans KR"/>
                <a:ea typeface="Noto Sans KR"/>
                <a:cs typeface="Noto Sans KR"/>
              </a:rPr>
              <a:t>입력은 짧게, 한 번 기록한 내용은 함께 사용</a:t>
            </a:r>
          </a:p>
        </p:txBody>
      </p:sp>
      <p:sp>
        <p:nvSpPr>
          <p:cNvPr id="2" name="text-1">
            <a:extLst xmlns:a="http://schemas.openxmlformats.org/drawingml/2006/main">
              <a:ext uri="{FF2B5EF4-FFF2-40B4-BE49-F238E27FC236}">
                <a16:creationId xmlns:a16="http://schemas.microsoft.com/office/drawing/2014/main" id="{2C076AB4-F567-46B1-BF06-EE2B876A6503}"/>
              </a:ext>
            </a:extLst>
          </p:cNvPr>
          <p:cNvSpPr>
            <a:spLocks xmlns:a="http://schemas.openxmlformats.org/drawingml/2006/main" noGrp="1"/>
          </p:cNvSpPr>
          <p:nvPr/>
        </p:nvSpPr>
        <p:spPr>
          <a:xfrm xmlns:a="http://schemas.openxmlformats.org/drawingml/2006/main">
            <a:off x="628650" y="1133475"/>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650" b="0">
                <a:solidFill>
                  <a:srgbClr val="607481"/>
                </a:solidFill>
                <a:latin typeface="Noto Sans KR"/>
                <a:ea typeface="Noto Sans KR"/>
                <a:cs typeface="Noto Sans KR"/>
              </a:defRPr>
            </a:defPPr>
            <a:lvl1pPr>
              <a:defRPr sz="1650" b="0">
                <a:solidFill>
                  <a:srgbClr val="607481"/>
                </a:solidFill>
                <a:latin typeface="Noto Sans KR"/>
                <a:ea typeface="Noto Sans KR"/>
                <a:cs typeface="Noto Sans KR"/>
              </a:defRPr>
            </a:lvl1pPr>
            <a:lvl2pPr>
              <a:defRPr sz="1650" b="0">
                <a:solidFill>
                  <a:srgbClr val="607481"/>
                </a:solidFill>
                <a:latin typeface="Noto Sans KR"/>
                <a:ea typeface="Noto Sans KR"/>
                <a:cs typeface="Noto Sans KR"/>
              </a:defRPr>
            </a:lvl2pPr>
            <a:lvl3pPr>
              <a:defRPr sz="1650" b="0">
                <a:solidFill>
                  <a:srgbClr val="607481"/>
                </a:solidFill>
                <a:latin typeface="Noto Sans KR"/>
                <a:ea typeface="Noto Sans KR"/>
                <a:cs typeface="Noto Sans KR"/>
              </a:defRPr>
            </a:lvl3pPr>
            <a:lvl4pPr>
              <a:defRPr sz="1650" b="0">
                <a:solidFill>
                  <a:srgbClr val="607481"/>
                </a:solidFill>
                <a:latin typeface="Noto Sans KR"/>
                <a:ea typeface="Noto Sans KR"/>
                <a:cs typeface="Noto Sans KR"/>
              </a:defRPr>
            </a:lvl4pPr>
            <a:lvl5pPr>
              <a:defRPr sz="1650" b="0">
                <a:solidFill>
                  <a:srgbClr val="607481"/>
                </a:solidFill>
                <a:latin typeface="Noto Sans KR"/>
                <a:ea typeface="Noto Sans KR"/>
                <a:cs typeface="Noto Sans KR"/>
              </a:defRPr>
            </a:lvl5pPr>
            <a:lvl6pPr>
              <a:defRPr sz="1650" b="0">
                <a:solidFill>
                  <a:srgbClr val="607481"/>
                </a:solidFill>
                <a:latin typeface="Noto Sans KR"/>
                <a:ea typeface="Noto Sans KR"/>
                <a:cs typeface="Noto Sans KR"/>
              </a:defRPr>
            </a:lvl6pPr>
            <a:lvl7pPr>
              <a:defRPr sz="1650" b="0">
                <a:solidFill>
                  <a:srgbClr val="607481"/>
                </a:solidFill>
                <a:latin typeface="Noto Sans KR"/>
                <a:ea typeface="Noto Sans KR"/>
                <a:cs typeface="Noto Sans KR"/>
              </a:defRPr>
            </a:lvl7pPr>
            <a:lvl8pPr>
              <a:defRPr sz="1650" b="0">
                <a:solidFill>
                  <a:srgbClr val="607481"/>
                </a:solidFill>
                <a:latin typeface="Noto Sans KR"/>
                <a:ea typeface="Noto Sans KR"/>
                <a:cs typeface="Noto Sans KR"/>
              </a:defRPr>
            </a:lvl8pPr>
            <a:lvl9pPr>
              <a:defRPr sz="1650" b="0">
                <a:solidFill>
                  <a:srgbClr val="607481"/>
                </a:solidFill>
                <a:latin typeface="Noto Sans KR"/>
                <a:ea typeface="Noto Sans KR"/>
                <a:cs typeface="Noto Sans KR"/>
              </a:defRPr>
            </a:lvl9pPr>
          </a:lstStyle>
          <a:p xmlns:a="http://schemas.openxmlformats.org/drawingml/2006/main">
            <a:pPr>
              <a:defRPr sz="1650" b="0">
                <a:solidFill>
                  <a:srgbClr val="607481"/>
                </a:solidFill>
                <a:latin typeface="Noto Sans KR"/>
                <a:ea typeface="Noto Sans KR"/>
                <a:cs typeface="Noto Sans KR"/>
              </a:defRPr>
            </a:pPr>
            <a:r>
              <a:rPr sz="1650" b="0">
                <a:solidFill>
                  <a:srgbClr val="607481"/>
                </a:solidFill>
                <a:latin typeface="Noto Sans KR"/>
                <a:ea typeface="Noto Sans KR"/>
                <a:cs typeface="Noto Sans KR"/>
              </a:rPr>
              <a:t>직원이 쓰기 편해야 계속 사용할 수 있습니다</a:t>
            </a:r>
          </a:p>
        </p:txBody>
      </p:sp>
      <p:sp>
        <p:nvSpPr>
          <p:cNvPr id="3" name="">
            <a:extLst xmlns:a="http://schemas.openxmlformats.org/drawingml/2006/main">
              <a:ext uri="{FF2B5EF4-FFF2-40B4-BE49-F238E27FC236}">
                <a16:creationId xmlns:a16="http://schemas.microsoft.com/office/drawing/2014/main" id="{2B97A214-10D6-4350-97D6-0290DC378715}"/>
              </a:ext>
            </a:extLst>
          </p:cNvPr>
          <p:cNvSpPr>
            <a:spLocks xmlns:a="http://schemas.openxmlformats.org/drawingml/2006/main" noGrp="1"/>
          </p:cNvSpPr>
          <p:nvPr/>
        </p:nvSpPr>
        <p:spPr>
          <a:xfrm xmlns:a="http://schemas.openxmlformats.org/drawingml/2006/main">
            <a:off x="723900" y="1962150"/>
            <a:ext cx="10744200" cy="666750"/>
          </a:xfrm>
          <a:prstGeom xmlns:a="http://schemas.openxmlformats.org/drawingml/2006/main" prst="rect">
            <a:avLst/>
          </a:prstGeom>
          <a:solidFill xmlns:a="http://schemas.openxmlformats.org/drawingml/2006/main">
            <a:srgbClr val="102B40"/>
          </a:solidFill>
          <a:ln xmlns:a="http://schemas.openxmlformats.org/drawingml/2006/main" w="0">
            <a:noFill/>
            <a:prstDash val="solid"/>
          </a:ln>
        </p:spPr>
      </p:sp>
      <p:sp>
        <p:nvSpPr>
          <p:cNvPr id="4" name="text-3">
            <a:extLst xmlns:a="http://schemas.openxmlformats.org/drawingml/2006/main">
              <a:ext uri="{FF2B5EF4-FFF2-40B4-BE49-F238E27FC236}">
                <a16:creationId xmlns:a16="http://schemas.microsoft.com/office/drawing/2014/main" id="{718EBD9A-8574-4AE1-9983-74B75B7426A1}"/>
              </a:ext>
            </a:extLst>
          </p:cNvPr>
          <p:cNvSpPr>
            <a:spLocks xmlns:a="http://schemas.openxmlformats.org/drawingml/2006/main" noGrp="1"/>
          </p:cNvSpPr>
          <p:nvPr/>
        </p:nvSpPr>
        <p:spPr>
          <a:xfrm xmlns:a="http://schemas.openxmlformats.org/drawingml/2006/main">
            <a:off x="876300" y="2038350"/>
            <a:ext cx="10439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725" b="1">
                <a:solidFill>
                  <a:srgbClr val="FFFFFF"/>
                </a:solidFill>
                <a:latin typeface="Noto Sans KR"/>
                <a:ea typeface="Noto Sans KR"/>
                <a:cs typeface="Noto Sans KR"/>
              </a:defRPr>
            </a:defPPr>
            <a:lvl1pPr>
              <a:defRPr sz="1725" b="1">
                <a:solidFill>
                  <a:srgbClr val="FFFFFF"/>
                </a:solidFill>
                <a:latin typeface="Noto Sans KR"/>
                <a:ea typeface="Noto Sans KR"/>
                <a:cs typeface="Noto Sans KR"/>
              </a:defRPr>
            </a:lvl1pPr>
            <a:lvl2pPr>
              <a:defRPr sz="1725" b="1">
                <a:solidFill>
                  <a:srgbClr val="FFFFFF"/>
                </a:solidFill>
                <a:latin typeface="Noto Sans KR"/>
                <a:ea typeface="Noto Sans KR"/>
                <a:cs typeface="Noto Sans KR"/>
              </a:defRPr>
            </a:lvl2pPr>
            <a:lvl3pPr>
              <a:defRPr sz="1725" b="1">
                <a:solidFill>
                  <a:srgbClr val="FFFFFF"/>
                </a:solidFill>
                <a:latin typeface="Noto Sans KR"/>
                <a:ea typeface="Noto Sans KR"/>
                <a:cs typeface="Noto Sans KR"/>
              </a:defRPr>
            </a:lvl3pPr>
            <a:lvl4pPr>
              <a:defRPr sz="1725" b="1">
                <a:solidFill>
                  <a:srgbClr val="FFFFFF"/>
                </a:solidFill>
                <a:latin typeface="Noto Sans KR"/>
                <a:ea typeface="Noto Sans KR"/>
                <a:cs typeface="Noto Sans KR"/>
              </a:defRPr>
            </a:lvl4pPr>
            <a:lvl5pPr>
              <a:defRPr sz="1725" b="1">
                <a:solidFill>
                  <a:srgbClr val="FFFFFF"/>
                </a:solidFill>
                <a:latin typeface="Noto Sans KR"/>
                <a:ea typeface="Noto Sans KR"/>
                <a:cs typeface="Noto Sans KR"/>
              </a:defRPr>
            </a:lvl5pPr>
            <a:lvl6pPr>
              <a:defRPr sz="1725" b="1">
                <a:solidFill>
                  <a:srgbClr val="FFFFFF"/>
                </a:solidFill>
                <a:latin typeface="Noto Sans KR"/>
                <a:ea typeface="Noto Sans KR"/>
                <a:cs typeface="Noto Sans KR"/>
              </a:defRPr>
            </a:lvl6pPr>
            <a:lvl7pPr>
              <a:defRPr sz="1725" b="1">
                <a:solidFill>
                  <a:srgbClr val="FFFFFF"/>
                </a:solidFill>
                <a:latin typeface="Noto Sans KR"/>
                <a:ea typeface="Noto Sans KR"/>
                <a:cs typeface="Noto Sans KR"/>
              </a:defRPr>
            </a:lvl7pPr>
            <a:lvl8pPr>
              <a:defRPr sz="1725" b="1">
                <a:solidFill>
                  <a:srgbClr val="FFFFFF"/>
                </a:solidFill>
                <a:latin typeface="Noto Sans KR"/>
                <a:ea typeface="Noto Sans KR"/>
                <a:cs typeface="Noto Sans KR"/>
              </a:defRPr>
            </a:lvl8pPr>
            <a:lvl9pPr>
              <a:defRPr sz="1725" b="1">
                <a:solidFill>
                  <a:srgbClr val="FFFFFF"/>
                </a:solidFill>
                <a:latin typeface="Noto Sans KR"/>
                <a:ea typeface="Noto Sans KR"/>
                <a:cs typeface="Noto Sans KR"/>
              </a:defRPr>
            </a:lvl9pPr>
          </a:lstStyle>
          <a:p xmlns:a="http://schemas.openxmlformats.org/drawingml/2006/main">
            <a:pPr>
              <a:defRPr sz="1725" b="1">
                <a:solidFill>
                  <a:srgbClr val="FFFFFF"/>
                </a:solidFill>
                <a:latin typeface="Noto Sans KR"/>
                <a:ea typeface="Noto Sans KR"/>
                <a:cs typeface="Noto Sans KR"/>
              </a:defRPr>
            </a:pPr>
            <a:r>
              <a:rPr sz="1725" b="1">
                <a:solidFill>
                  <a:srgbClr val="FFFFFF"/>
                </a:solidFill>
                <a:latin typeface="Noto Sans KR"/>
                <a:ea typeface="Noto Sans KR"/>
                <a:cs typeface="Noto Sans KR"/>
              </a:rPr>
              <a:t>오늘 내 작업  /  부품 01  /  계획 100개</a:t>
            </a:r>
          </a:p>
        </p:txBody>
      </p:sp>
      <p:sp>
        <p:nvSpPr>
          <p:cNvPr id="5" name="">
            <a:extLst xmlns:a="http://schemas.openxmlformats.org/drawingml/2006/main">
              <a:ext uri="{FF2B5EF4-FFF2-40B4-BE49-F238E27FC236}">
                <a16:creationId xmlns:a16="http://schemas.microsoft.com/office/drawing/2014/main" id="{912EB4C0-A9EA-4373-84EB-00BBA3579EBC}"/>
              </a:ext>
            </a:extLst>
          </p:cNvPr>
          <p:cNvSpPr>
            <a:spLocks xmlns:a="http://schemas.openxmlformats.org/drawingml/2006/main" noGrp="1"/>
          </p:cNvSpPr>
          <p:nvPr/>
        </p:nvSpPr>
        <p:spPr>
          <a:xfrm xmlns:a="http://schemas.openxmlformats.org/drawingml/2006/main">
            <a:off x="723900" y="3048000"/>
            <a:ext cx="3238500" cy="685800"/>
          </a:xfrm>
          <a:prstGeom xmlns:a="http://schemas.openxmlformats.org/drawingml/2006/main" prst="rect">
            <a:avLst/>
          </a:prstGeom>
          <a:solidFill xmlns:a="http://schemas.openxmlformats.org/drawingml/2006/main">
            <a:srgbClr val="007F83"/>
          </a:solidFill>
          <a:ln xmlns:a="http://schemas.openxmlformats.org/drawingml/2006/main" w="0">
            <a:noFill/>
            <a:prstDash val="solid"/>
          </a:ln>
        </p:spPr>
      </p:sp>
      <p:sp>
        <p:nvSpPr>
          <p:cNvPr id="6" name="text-5">
            <a:extLst xmlns:a="http://schemas.openxmlformats.org/drawingml/2006/main">
              <a:ext uri="{FF2B5EF4-FFF2-40B4-BE49-F238E27FC236}">
                <a16:creationId xmlns:a16="http://schemas.microsoft.com/office/drawing/2014/main" id="{B44B4777-8F40-44FA-A8C1-615153F4BA92}"/>
              </a:ext>
            </a:extLst>
          </p:cNvPr>
          <p:cNvSpPr>
            <a:spLocks xmlns:a="http://schemas.openxmlformats.org/drawingml/2006/main" noGrp="1"/>
          </p:cNvSpPr>
          <p:nvPr/>
        </p:nvSpPr>
        <p:spPr>
          <a:xfrm xmlns:a="http://schemas.openxmlformats.org/drawingml/2006/main">
            <a:off x="876300" y="3124200"/>
            <a:ext cx="2933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725" b="1">
                <a:solidFill>
                  <a:srgbClr val="FFFFFF"/>
                </a:solidFill>
                <a:latin typeface="Noto Sans KR"/>
                <a:ea typeface="Noto Sans KR"/>
                <a:cs typeface="Noto Sans KR"/>
              </a:defRPr>
            </a:defPPr>
            <a:lvl1pPr>
              <a:defRPr sz="1725" b="1">
                <a:solidFill>
                  <a:srgbClr val="FFFFFF"/>
                </a:solidFill>
                <a:latin typeface="Noto Sans KR"/>
                <a:ea typeface="Noto Sans KR"/>
                <a:cs typeface="Noto Sans KR"/>
              </a:defRPr>
            </a:lvl1pPr>
            <a:lvl2pPr>
              <a:defRPr sz="1725" b="1">
                <a:solidFill>
                  <a:srgbClr val="FFFFFF"/>
                </a:solidFill>
                <a:latin typeface="Noto Sans KR"/>
                <a:ea typeface="Noto Sans KR"/>
                <a:cs typeface="Noto Sans KR"/>
              </a:defRPr>
            </a:lvl2pPr>
            <a:lvl3pPr>
              <a:defRPr sz="1725" b="1">
                <a:solidFill>
                  <a:srgbClr val="FFFFFF"/>
                </a:solidFill>
                <a:latin typeface="Noto Sans KR"/>
                <a:ea typeface="Noto Sans KR"/>
                <a:cs typeface="Noto Sans KR"/>
              </a:defRPr>
            </a:lvl3pPr>
            <a:lvl4pPr>
              <a:defRPr sz="1725" b="1">
                <a:solidFill>
                  <a:srgbClr val="FFFFFF"/>
                </a:solidFill>
                <a:latin typeface="Noto Sans KR"/>
                <a:ea typeface="Noto Sans KR"/>
                <a:cs typeface="Noto Sans KR"/>
              </a:defRPr>
            </a:lvl4pPr>
            <a:lvl5pPr>
              <a:defRPr sz="1725" b="1">
                <a:solidFill>
                  <a:srgbClr val="FFFFFF"/>
                </a:solidFill>
                <a:latin typeface="Noto Sans KR"/>
                <a:ea typeface="Noto Sans KR"/>
                <a:cs typeface="Noto Sans KR"/>
              </a:defRPr>
            </a:lvl5pPr>
            <a:lvl6pPr>
              <a:defRPr sz="1725" b="1">
                <a:solidFill>
                  <a:srgbClr val="FFFFFF"/>
                </a:solidFill>
                <a:latin typeface="Noto Sans KR"/>
                <a:ea typeface="Noto Sans KR"/>
                <a:cs typeface="Noto Sans KR"/>
              </a:defRPr>
            </a:lvl6pPr>
            <a:lvl7pPr>
              <a:defRPr sz="1725" b="1">
                <a:solidFill>
                  <a:srgbClr val="FFFFFF"/>
                </a:solidFill>
                <a:latin typeface="Noto Sans KR"/>
                <a:ea typeface="Noto Sans KR"/>
                <a:cs typeface="Noto Sans KR"/>
              </a:defRPr>
            </a:lvl7pPr>
            <a:lvl8pPr>
              <a:defRPr sz="1725" b="1">
                <a:solidFill>
                  <a:srgbClr val="FFFFFF"/>
                </a:solidFill>
                <a:latin typeface="Noto Sans KR"/>
                <a:ea typeface="Noto Sans KR"/>
                <a:cs typeface="Noto Sans KR"/>
              </a:defRPr>
            </a:lvl8pPr>
            <a:lvl9pPr>
              <a:defRPr sz="1725" b="1">
                <a:solidFill>
                  <a:srgbClr val="FFFFFF"/>
                </a:solidFill>
                <a:latin typeface="Noto Sans KR"/>
                <a:ea typeface="Noto Sans KR"/>
                <a:cs typeface="Noto Sans KR"/>
              </a:defRPr>
            </a:lvl9pPr>
          </a:lstStyle>
          <a:p xmlns:a="http://schemas.openxmlformats.org/drawingml/2006/main">
            <a:pPr>
              <a:defRPr sz="1725" b="1">
                <a:solidFill>
                  <a:srgbClr val="FFFFFF"/>
                </a:solidFill>
                <a:latin typeface="Noto Sans KR"/>
                <a:ea typeface="Noto Sans KR"/>
                <a:cs typeface="Noto Sans KR"/>
              </a:defRPr>
            </a:pPr>
            <a:r>
              <a:rPr sz="1725" b="1">
                <a:solidFill>
                  <a:srgbClr val="FFFFFF"/>
                </a:solidFill>
                <a:latin typeface="Noto Sans KR"/>
                <a:ea typeface="Noto Sans KR"/>
                <a:cs typeface="Noto Sans KR"/>
              </a:rPr>
              <a:t>작업 시작</a:t>
            </a:r>
          </a:p>
        </p:txBody>
      </p:sp>
      <p:sp>
        <p:nvSpPr>
          <p:cNvPr id="7" name="">
            <a:extLst xmlns:a="http://schemas.openxmlformats.org/drawingml/2006/main">
              <a:ext uri="{FF2B5EF4-FFF2-40B4-BE49-F238E27FC236}">
                <a16:creationId xmlns:a16="http://schemas.microsoft.com/office/drawing/2014/main" id="{97E1D9EB-09C3-4995-A534-5F376E606235}"/>
              </a:ext>
            </a:extLst>
          </p:cNvPr>
          <p:cNvSpPr>
            <a:spLocks xmlns:a="http://schemas.openxmlformats.org/drawingml/2006/main" noGrp="1"/>
          </p:cNvSpPr>
          <p:nvPr/>
        </p:nvSpPr>
        <p:spPr>
          <a:xfrm xmlns:a="http://schemas.openxmlformats.org/drawingml/2006/main">
            <a:off x="4476750" y="3048000"/>
            <a:ext cx="3238500" cy="685800"/>
          </a:xfrm>
          <a:prstGeom xmlns:a="http://schemas.openxmlformats.org/drawingml/2006/main" prst="rect">
            <a:avLst/>
          </a:prstGeom>
          <a:solidFill xmlns:a="http://schemas.openxmlformats.org/drawingml/2006/main">
            <a:srgbClr val="EFF5F6"/>
          </a:solidFill>
          <a:ln xmlns:a="http://schemas.openxmlformats.org/drawingml/2006/main" w="0">
            <a:noFill/>
            <a:prstDash val="solid"/>
          </a:ln>
        </p:spPr>
      </p:sp>
      <p:sp>
        <p:nvSpPr>
          <p:cNvPr id="8" name="text-7">
            <a:extLst xmlns:a="http://schemas.openxmlformats.org/drawingml/2006/main">
              <a:ext uri="{FF2B5EF4-FFF2-40B4-BE49-F238E27FC236}">
                <a16:creationId xmlns:a16="http://schemas.microsoft.com/office/drawing/2014/main" id="{07F43846-0096-4699-A6F1-D6A98EC951D6}"/>
              </a:ext>
            </a:extLst>
          </p:cNvPr>
          <p:cNvSpPr>
            <a:spLocks xmlns:a="http://schemas.openxmlformats.org/drawingml/2006/main" noGrp="1"/>
          </p:cNvSpPr>
          <p:nvPr/>
        </p:nvSpPr>
        <p:spPr>
          <a:xfrm xmlns:a="http://schemas.openxmlformats.org/drawingml/2006/main">
            <a:off x="4629150" y="3124200"/>
            <a:ext cx="2933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725" b="1">
                <a:solidFill>
                  <a:srgbClr val="183448"/>
                </a:solidFill>
                <a:latin typeface="Noto Sans KR"/>
                <a:ea typeface="Noto Sans KR"/>
                <a:cs typeface="Noto Sans KR"/>
              </a:defRPr>
            </a:defPPr>
            <a:lvl1pPr>
              <a:defRPr sz="1725" b="1">
                <a:solidFill>
                  <a:srgbClr val="183448"/>
                </a:solidFill>
                <a:latin typeface="Noto Sans KR"/>
                <a:ea typeface="Noto Sans KR"/>
                <a:cs typeface="Noto Sans KR"/>
              </a:defRPr>
            </a:lvl1pPr>
            <a:lvl2pPr>
              <a:defRPr sz="1725" b="1">
                <a:solidFill>
                  <a:srgbClr val="183448"/>
                </a:solidFill>
                <a:latin typeface="Noto Sans KR"/>
                <a:ea typeface="Noto Sans KR"/>
                <a:cs typeface="Noto Sans KR"/>
              </a:defRPr>
            </a:lvl2pPr>
            <a:lvl3pPr>
              <a:defRPr sz="1725" b="1">
                <a:solidFill>
                  <a:srgbClr val="183448"/>
                </a:solidFill>
                <a:latin typeface="Noto Sans KR"/>
                <a:ea typeface="Noto Sans KR"/>
                <a:cs typeface="Noto Sans KR"/>
              </a:defRPr>
            </a:lvl3pPr>
            <a:lvl4pPr>
              <a:defRPr sz="1725" b="1">
                <a:solidFill>
                  <a:srgbClr val="183448"/>
                </a:solidFill>
                <a:latin typeface="Noto Sans KR"/>
                <a:ea typeface="Noto Sans KR"/>
                <a:cs typeface="Noto Sans KR"/>
              </a:defRPr>
            </a:lvl4pPr>
            <a:lvl5pPr>
              <a:defRPr sz="1725" b="1">
                <a:solidFill>
                  <a:srgbClr val="183448"/>
                </a:solidFill>
                <a:latin typeface="Noto Sans KR"/>
                <a:ea typeface="Noto Sans KR"/>
                <a:cs typeface="Noto Sans KR"/>
              </a:defRPr>
            </a:lvl5pPr>
            <a:lvl6pPr>
              <a:defRPr sz="1725" b="1">
                <a:solidFill>
                  <a:srgbClr val="183448"/>
                </a:solidFill>
                <a:latin typeface="Noto Sans KR"/>
                <a:ea typeface="Noto Sans KR"/>
                <a:cs typeface="Noto Sans KR"/>
              </a:defRPr>
            </a:lvl6pPr>
            <a:lvl7pPr>
              <a:defRPr sz="1725" b="1">
                <a:solidFill>
                  <a:srgbClr val="183448"/>
                </a:solidFill>
                <a:latin typeface="Noto Sans KR"/>
                <a:ea typeface="Noto Sans KR"/>
                <a:cs typeface="Noto Sans KR"/>
              </a:defRPr>
            </a:lvl7pPr>
            <a:lvl8pPr>
              <a:defRPr sz="1725" b="1">
                <a:solidFill>
                  <a:srgbClr val="183448"/>
                </a:solidFill>
                <a:latin typeface="Noto Sans KR"/>
                <a:ea typeface="Noto Sans KR"/>
                <a:cs typeface="Noto Sans KR"/>
              </a:defRPr>
            </a:lvl8pPr>
            <a:lvl9pPr>
              <a:defRPr sz="1725" b="1">
                <a:solidFill>
                  <a:srgbClr val="183448"/>
                </a:solidFill>
                <a:latin typeface="Noto Sans KR"/>
                <a:ea typeface="Noto Sans KR"/>
                <a:cs typeface="Noto Sans KR"/>
              </a:defRPr>
            </a:lvl9pPr>
          </a:lstStyle>
          <a:p xmlns:a="http://schemas.openxmlformats.org/drawingml/2006/main">
            <a:pPr>
              <a:defRPr sz="1725" b="1">
                <a:solidFill>
                  <a:srgbClr val="183448"/>
                </a:solidFill>
                <a:latin typeface="Noto Sans KR"/>
                <a:ea typeface="Noto Sans KR"/>
                <a:cs typeface="Noto Sans KR"/>
              </a:defRPr>
            </a:pPr>
            <a:r>
              <a:rPr sz="1725" b="1">
                <a:solidFill>
                  <a:srgbClr val="183448"/>
                </a:solidFill>
                <a:latin typeface="Noto Sans KR"/>
                <a:ea typeface="Noto Sans KR"/>
                <a:cs typeface="Noto Sans KR"/>
              </a:rPr>
              <a:t>잠시 멈춤</a:t>
            </a:r>
          </a:p>
        </p:txBody>
      </p:sp>
      <p:sp>
        <p:nvSpPr>
          <p:cNvPr id="9" name="">
            <a:extLst xmlns:a="http://schemas.openxmlformats.org/drawingml/2006/main">
              <a:ext uri="{FF2B5EF4-FFF2-40B4-BE49-F238E27FC236}">
                <a16:creationId xmlns:a16="http://schemas.microsoft.com/office/drawing/2014/main" id="{77695E39-CB71-40B5-B679-8A97F71C566E}"/>
              </a:ext>
            </a:extLst>
          </p:cNvPr>
          <p:cNvSpPr>
            <a:spLocks xmlns:a="http://schemas.openxmlformats.org/drawingml/2006/main" noGrp="1"/>
          </p:cNvSpPr>
          <p:nvPr/>
        </p:nvSpPr>
        <p:spPr>
          <a:xfrm xmlns:a="http://schemas.openxmlformats.org/drawingml/2006/main">
            <a:off x="8229600" y="3048000"/>
            <a:ext cx="3238500" cy="685800"/>
          </a:xfrm>
          <a:prstGeom xmlns:a="http://schemas.openxmlformats.org/drawingml/2006/main" prst="rect">
            <a:avLst/>
          </a:prstGeom>
          <a:solidFill xmlns:a="http://schemas.openxmlformats.org/drawingml/2006/main">
            <a:srgbClr val="007F83"/>
          </a:solidFill>
          <a:ln xmlns:a="http://schemas.openxmlformats.org/drawingml/2006/main" w="0">
            <a:noFill/>
            <a:prstDash val="solid"/>
          </a:ln>
        </p:spPr>
      </p:sp>
      <p:sp>
        <p:nvSpPr>
          <p:cNvPr id="10" name="text-9">
            <a:extLst xmlns:a="http://schemas.openxmlformats.org/drawingml/2006/main">
              <a:ext uri="{FF2B5EF4-FFF2-40B4-BE49-F238E27FC236}">
                <a16:creationId xmlns:a16="http://schemas.microsoft.com/office/drawing/2014/main" id="{9F7FC071-B47A-40D0-99F0-8D0CBD8F2A54}"/>
              </a:ext>
            </a:extLst>
          </p:cNvPr>
          <p:cNvSpPr>
            <a:spLocks xmlns:a="http://schemas.openxmlformats.org/drawingml/2006/main" noGrp="1"/>
          </p:cNvSpPr>
          <p:nvPr/>
        </p:nvSpPr>
        <p:spPr>
          <a:xfrm xmlns:a="http://schemas.openxmlformats.org/drawingml/2006/main">
            <a:off x="8382000" y="3124200"/>
            <a:ext cx="2933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725" b="1">
                <a:solidFill>
                  <a:srgbClr val="FFFFFF"/>
                </a:solidFill>
                <a:latin typeface="Noto Sans KR"/>
                <a:ea typeface="Noto Sans KR"/>
                <a:cs typeface="Noto Sans KR"/>
              </a:defRPr>
            </a:defPPr>
            <a:lvl1pPr>
              <a:defRPr sz="1725" b="1">
                <a:solidFill>
                  <a:srgbClr val="FFFFFF"/>
                </a:solidFill>
                <a:latin typeface="Noto Sans KR"/>
                <a:ea typeface="Noto Sans KR"/>
                <a:cs typeface="Noto Sans KR"/>
              </a:defRPr>
            </a:lvl1pPr>
            <a:lvl2pPr>
              <a:defRPr sz="1725" b="1">
                <a:solidFill>
                  <a:srgbClr val="FFFFFF"/>
                </a:solidFill>
                <a:latin typeface="Noto Sans KR"/>
                <a:ea typeface="Noto Sans KR"/>
                <a:cs typeface="Noto Sans KR"/>
              </a:defRPr>
            </a:lvl2pPr>
            <a:lvl3pPr>
              <a:defRPr sz="1725" b="1">
                <a:solidFill>
                  <a:srgbClr val="FFFFFF"/>
                </a:solidFill>
                <a:latin typeface="Noto Sans KR"/>
                <a:ea typeface="Noto Sans KR"/>
                <a:cs typeface="Noto Sans KR"/>
              </a:defRPr>
            </a:lvl3pPr>
            <a:lvl4pPr>
              <a:defRPr sz="1725" b="1">
                <a:solidFill>
                  <a:srgbClr val="FFFFFF"/>
                </a:solidFill>
                <a:latin typeface="Noto Sans KR"/>
                <a:ea typeface="Noto Sans KR"/>
                <a:cs typeface="Noto Sans KR"/>
              </a:defRPr>
            </a:lvl4pPr>
            <a:lvl5pPr>
              <a:defRPr sz="1725" b="1">
                <a:solidFill>
                  <a:srgbClr val="FFFFFF"/>
                </a:solidFill>
                <a:latin typeface="Noto Sans KR"/>
                <a:ea typeface="Noto Sans KR"/>
                <a:cs typeface="Noto Sans KR"/>
              </a:defRPr>
            </a:lvl5pPr>
            <a:lvl6pPr>
              <a:defRPr sz="1725" b="1">
                <a:solidFill>
                  <a:srgbClr val="FFFFFF"/>
                </a:solidFill>
                <a:latin typeface="Noto Sans KR"/>
                <a:ea typeface="Noto Sans KR"/>
                <a:cs typeface="Noto Sans KR"/>
              </a:defRPr>
            </a:lvl6pPr>
            <a:lvl7pPr>
              <a:defRPr sz="1725" b="1">
                <a:solidFill>
                  <a:srgbClr val="FFFFFF"/>
                </a:solidFill>
                <a:latin typeface="Noto Sans KR"/>
                <a:ea typeface="Noto Sans KR"/>
                <a:cs typeface="Noto Sans KR"/>
              </a:defRPr>
            </a:lvl7pPr>
            <a:lvl8pPr>
              <a:defRPr sz="1725" b="1">
                <a:solidFill>
                  <a:srgbClr val="FFFFFF"/>
                </a:solidFill>
                <a:latin typeface="Noto Sans KR"/>
                <a:ea typeface="Noto Sans KR"/>
                <a:cs typeface="Noto Sans KR"/>
              </a:defRPr>
            </a:lvl8pPr>
            <a:lvl9pPr>
              <a:defRPr sz="1725" b="1">
                <a:solidFill>
                  <a:srgbClr val="FFFFFF"/>
                </a:solidFill>
                <a:latin typeface="Noto Sans KR"/>
                <a:ea typeface="Noto Sans KR"/>
                <a:cs typeface="Noto Sans KR"/>
              </a:defRPr>
            </a:lvl9pPr>
          </a:lstStyle>
          <a:p xmlns:a="http://schemas.openxmlformats.org/drawingml/2006/main">
            <a:pPr>
              <a:defRPr sz="1725" b="1">
                <a:solidFill>
                  <a:srgbClr val="FFFFFF"/>
                </a:solidFill>
                <a:latin typeface="Noto Sans KR"/>
                <a:ea typeface="Noto Sans KR"/>
                <a:cs typeface="Noto Sans KR"/>
              </a:defRPr>
            </a:pPr>
            <a:r>
              <a:rPr sz="1725" b="1">
                <a:solidFill>
                  <a:srgbClr val="FFFFFF"/>
                </a:solidFill>
                <a:latin typeface="Noto Sans KR"/>
                <a:ea typeface="Noto Sans KR"/>
                <a:cs typeface="Noto Sans KR"/>
              </a:rPr>
              <a:t>작업 종료</a:t>
            </a:r>
          </a:p>
        </p:txBody>
      </p:sp>
      <p:sp>
        <p:nvSpPr>
          <p:cNvPr id="11" name="text-10">
            <a:extLst xmlns:a="http://schemas.openxmlformats.org/drawingml/2006/main">
              <a:ext uri="{FF2B5EF4-FFF2-40B4-BE49-F238E27FC236}">
                <a16:creationId xmlns:a16="http://schemas.microsoft.com/office/drawing/2014/main" id="{875DC690-9026-4B98-A34D-ACC6DCF6EB99}"/>
              </a:ext>
            </a:extLst>
          </p:cNvPr>
          <p:cNvSpPr>
            <a:spLocks xmlns:a="http://schemas.openxmlformats.org/drawingml/2006/main" noGrp="1"/>
          </p:cNvSpPr>
          <p:nvPr/>
        </p:nvSpPr>
        <p:spPr>
          <a:xfrm xmlns:a="http://schemas.openxmlformats.org/drawingml/2006/main">
            <a:off x="857250" y="3952875"/>
            <a:ext cx="304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875" b="0">
                <a:solidFill>
                  <a:srgbClr val="183448"/>
                </a:solidFill>
                <a:latin typeface="Noto Sans KR"/>
                <a:ea typeface="Noto Sans KR"/>
                <a:cs typeface="Noto Sans KR"/>
              </a:defRPr>
            </a:defPPr>
            <a:lvl1pPr>
              <a:defRPr sz="1875" b="0">
                <a:solidFill>
                  <a:srgbClr val="183448"/>
                </a:solidFill>
                <a:latin typeface="Noto Sans KR"/>
                <a:ea typeface="Noto Sans KR"/>
                <a:cs typeface="Noto Sans KR"/>
              </a:defRPr>
            </a:lvl1pPr>
            <a:lvl2pPr>
              <a:defRPr sz="1875" b="0">
                <a:solidFill>
                  <a:srgbClr val="183448"/>
                </a:solidFill>
                <a:latin typeface="Noto Sans KR"/>
                <a:ea typeface="Noto Sans KR"/>
                <a:cs typeface="Noto Sans KR"/>
              </a:defRPr>
            </a:lvl2pPr>
            <a:lvl3pPr>
              <a:defRPr sz="1875" b="0">
                <a:solidFill>
                  <a:srgbClr val="183448"/>
                </a:solidFill>
                <a:latin typeface="Noto Sans KR"/>
                <a:ea typeface="Noto Sans KR"/>
                <a:cs typeface="Noto Sans KR"/>
              </a:defRPr>
            </a:lvl3pPr>
            <a:lvl4pPr>
              <a:defRPr sz="1875" b="0">
                <a:solidFill>
                  <a:srgbClr val="183448"/>
                </a:solidFill>
                <a:latin typeface="Noto Sans KR"/>
                <a:ea typeface="Noto Sans KR"/>
                <a:cs typeface="Noto Sans KR"/>
              </a:defRPr>
            </a:lvl4pPr>
            <a:lvl5pPr>
              <a:defRPr sz="1875" b="0">
                <a:solidFill>
                  <a:srgbClr val="183448"/>
                </a:solidFill>
                <a:latin typeface="Noto Sans KR"/>
                <a:ea typeface="Noto Sans KR"/>
                <a:cs typeface="Noto Sans KR"/>
              </a:defRPr>
            </a:lvl5pPr>
            <a:lvl6pPr>
              <a:defRPr sz="1875" b="0">
                <a:solidFill>
                  <a:srgbClr val="183448"/>
                </a:solidFill>
                <a:latin typeface="Noto Sans KR"/>
                <a:ea typeface="Noto Sans KR"/>
                <a:cs typeface="Noto Sans KR"/>
              </a:defRPr>
            </a:lvl6pPr>
            <a:lvl7pPr>
              <a:defRPr sz="1875" b="0">
                <a:solidFill>
                  <a:srgbClr val="183448"/>
                </a:solidFill>
                <a:latin typeface="Noto Sans KR"/>
                <a:ea typeface="Noto Sans KR"/>
                <a:cs typeface="Noto Sans KR"/>
              </a:defRPr>
            </a:lvl7pPr>
            <a:lvl8pPr>
              <a:defRPr sz="1875" b="0">
                <a:solidFill>
                  <a:srgbClr val="183448"/>
                </a:solidFill>
                <a:latin typeface="Noto Sans KR"/>
                <a:ea typeface="Noto Sans KR"/>
                <a:cs typeface="Noto Sans KR"/>
              </a:defRPr>
            </a:lvl8pPr>
            <a:lvl9pPr>
              <a:defRPr sz="1875" b="0">
                <a:solidFill>
                  <a:srgbClr val="183448"/>
                </a:solidFill>
                <a:latin typeface="Noto Sans KR"/>
                <a:ea typeface="Noto Sans KR"/>
                <a:cs typeface="Noto Sans KR"/>
              </a:defRPr>
            </a:lvl9pPr>
          </a:lstStyle>
          <a:p xmlns:a="http://schemas.openxmlformats.org/drawingml/2006/main">
            <a:pPr>
              <a:defRPr sz="1875" b="0">
                <a:solidFill>
                  <a:srgbClr val="183448"/>
                </a:solidFill>
                <a:latin typeface="Noto Sans KR"/>
                <a:ea typeface="Noto Sans KR"/>
                <a:cs typeface="Noto Sans KR"/>
              </a:defRPr>
            </a:pPr>
            <a:r>
              <a:rPr sz="1875" b="0">
                <a:solidFill>
                  <a:srgbClr val="183448"/>
                </a:solidFill>
                <a:latin typeface="Noto Sans KR"/>
                <a:ea typeface="Noto Sans KR"/>
                <a:cs typeface="Noto Sans KR"/>
              </a:rPr>
              <a:t>작업을 선택하고 시작</a:t>
            </a:r>
          </a:p>
        </p:txBody>
      </p:sp>
      <p:sp>
        <p:nvSpPr>
          <p:cNvPr id="12" name="text-11">
            <a:extLst xmlns:a="http://schemas.openxmlformats.org/drawingml/2006/main">
              <a:ext uri="{FF2B5EF4-FFF2-40B4-BE49-F238E27FC236}">
                <a16:creationId xmlns:a16="http://schemas.microsoft.com/office/drawing/2014/main" id="{990C0D40-6754-479D-918C-758B3C5EF9F3}"/>
              </a:ext>
            </a:extLst>
          </p:cNvPr>
          <p:cNvSpPr>
            <a:spLocks xmlns:a="http://schemas.openxmlformats.org/drawingml/2006/main" noGrp="1"/>
          </p:cNvSpPr>
          <p:nvPr/>
        </p:nvSpPr>
        <p:spPr>
          <a:xfrm xmlns:a="http://schemas.openxmlformats.org/drawingml/2006/main">
            <a:off x="4610100" y="3952875"/>
            <a:ext cx="304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875" b="0">
                <a:solidFill>
                  <a:srgbClr val="183448"/>
                </a:solidFill>
                <a:latin typeface="Noto Sans KR"/>
                <a:ea typeface="Noto Sans KR"/>
                <a:cs typeface="Noto Sans KR"/>
              </a:defRPr>
            </a:defPPr>
            <a:lvl1pPr>
              <a:defRPr sz="1875" b="0">
                <a:solidFill>
                  <a:srgbClr val="183448"/>
                </a:solidFill>
                <a:latin typeface="Noto Sans KR"/>
                <a:ea typeface="Noto Sans KR"/>
                <a:cs typeface="Noto Sans KR"/>
              </a:defRPr>
            </a:lvl1pPr>
            <a:lvl2pPr>
              <a:defRPr sz="1875" b="0">
                <a:solidFill>
                  <a:srgbClr val="183448"/>
                </a:solidFill>
                <a:latin typeface="Noto Sans KR"/>
                <a:ea typeface="Noto Sans KR"/>
                <a:cs typeface="Noto Sans KR"/>
              </a:defRPr>
            </a:lvl2pPr>
            <a:lvl3pPr>
              <a:defRPr sz="1875" b="0">
                <a:solidFill>
                  <a:srgbClr val="183448"/>
                </a:solidFill>
                <a:latin typeface="Noto Sans KR"/>
                <a:ea typeface="Noto Sans KR"/>
                <a:cs typeface="Noto Sans KR"/>
              </a:defRPr>
            </a:lvl3pPr>
            <a:lvl4pPr>
              <a:defRPr sz="1875" b="0">
                <a:solidFill>
                  <a:srgbClr val="183448"/>
                </a:solidFill>
                <a:latin typeface="Noto Sans KR"/>
                <a:ea typeface="Noto Sans KR"/>
                <a:cs typeface="Noto Sans KR"/>
              </a:defRPr>
            </a:lvl4pPr>
            <a:lvl5pPr>
              <a:defRPr sz="1875" b="0">
                <a:solidFill>
                  <a:srgbClr val="183448"/>
                </a:solidFill>
                <a:latin typeface="Noto Sans KR"/>
                <a:ea typeface="Noto Sans KR"/>
                <a:cs typeface="Noto Sans KR"/>
              </a:defRPr>
            </a:lvl5pPr>
            <a:lvl6pPr>
              <a:defRPr sz="1875" b="0">
                <a:solidFill>
                  <a:srgbClr val="183448"/>
                </a:solidFill>
                <a:latin typeface="Noto Sans KR"/>
                <a:ea typeface="Noto Sans KR"/>
                <a:cs typeface="Noto Sans KR"/>
              </a:defRPr>
            </a:lvl6pPr>
            <a:lvl7pPr>
              <a:defRPr sz="1875" b="0">
                <a:solidFill>
                  <a:srgbClr val="183448"/>
                </a:solidFill>
                <a:latin typeface="Noto Sans KR"/>
                <a:ea typeface="Noto Sans KR"/>
                <a:cs typeface="Noto Sans KR"/>
              </a:defRPr>
            </a:lvl7pPr>
            <a:lvl8pPr>
              <a:defRPr sz="1875" b="0">
                <a:solidFill>
                  <a:srgbClr val="183448"/>
                </a:solidFill>
                <a:latin typeface="Noto Sans KR"/>
                <a:ea typeface="Noto Sans KR"/>
                <a:cs typeface="Noto Sans KR"/>
              </a:defRPr>
            </a:lvl8pPr>
            <a:lvl9pPr>
              <a:defRPr sz="1875" b="0">
                <a:solidFill>
                  <a:srgbClr val="183448"/>
                </a:solidFill>
                <a:latin typeface="Noto Sans KR"/>
                <a:ea typeface="Noto Sans KR"/>
                <a:cs typeface="Noto Sans KR"/>
              </a:defRPr>
            </a:lvl9pPr>
          </a:lstStyle>
          <a:p xmlns:a="http://schemas.openxmlformats.org/drawingml/2006/main">
            <a:pPr>
              <a:defRPr sz="1875" b="0">
                <a:solidFill>
                  <a:srgbClr val="183448"/>
                </a:solidFill>
                <a:latin typeface="Noto Sans KR"/>
                <a:ea typeface="Noto Sans KR"/>
                <a:cs typeface="Noto Sans KR"/>
              </a:defRPr>
            </a:pPr>
            <a:r>
              <a:rPr sz="1875" b="0">
                <a:solidFill>
                  <a:srgbClr val="183448"/>
                </a:solidFill>
                <a:latin typeface="Noto Sans KR"/>
                <a:ea typeface="Noto Sans KR"/>
                <a:cs typeface="Noto Sans KR"/>
              </a:rPr>
              <a:t>멈춘 이유를 선택</a:t>
            </a:r>
          </a:p>
        </p:txBody>
      </p:sp>
      <p:sp>
        <p:nvSpPr>
          <p:cNvPr id="13" name="text-12">
            <a:extLst xmlns:a="http://schemas.openxmlformats.org/drawingml/2006/main">
              <a:ext uri="{FF2B5EF4-FFF2-40B4-BE49-F238E27FC236}">
                <a16:creationId xmlns:a16="http://schemas.microsoft.com/office/drawing/2014/main" id="{B99CB7E6-0BEF-4217-90A8-F3399A3432E5}"/>
              </a:ext>
            </a:extLst>
          </p:cNvPr>
          <p:cNvSpPr>
            <a:spLocks xmlns:a="http://schemas.openxmlformats.org/drawingml/2006/main" noGrp="1"/>
          </p:cNvSpPr>
          <p:nvPr/>
        </p:nvSpPr>
        <p:spPr>
          <a:xfrm xmlns:a="http://schemas.openxmlformats.org/drawingml/2006/main">
            <a:off x="8362950" y="3952875"/>
            <a:ext cx="304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875" b="0">
                <a:solidFill>
                  <a:srgbClr val="183448"/>
                </a:solidFill>
                <a:latin typeface="Noto Sans KR"/>
                <a:ea typeface="Noto Sans KR"/>
                <a:cs typeface="Noto Sans KR"/>
              </a:defRPr>
            </a:defPPr>
            <a:lvl1pPr>
              <a:defRPr sz="1875" b="0">
                <a:solidFill>
                  <a:srgbClr val="183448"/>
                </a:solidFill>
                <a:latin typeface="Noto Sans KR"/>
                <a:ea typeface="Noto Sans KR"/>
                <a:cs typeface="Noto Sans KR"/>
              </a:defRPr>
            </a:lvl1pPr>
            <a:lvl2pPr>
              <a:defRPr sz="1875" b="0">
                <a:solidFill>
                  <a:srgbClr val="183448"/>
                </a:solidFill>
                <a:latin typeface="Noto Sans KR"/>
                <a:ea typeface="Noto Sans KR"/>
                <a:cs typeface="Noto Sans KR"/>
              </a:defRPr>
            </a:lvl2pPr>
            <a:lvl3pPr>
              <a:defRPr sz="1875" b="0">
                <a:solidFill>
                  <a:srgbClr val="183448"/>
                </a:solidFill>
                <a:latin typeface="Noto Sans KR"/>
                <a:ea typeface="Noto Sans KR"/>
                <a:cs typeface="Noto Sans KR"/>
              </a:defRPr>
            </a:lvl3pPr>
            <a:lvl4pPr>
              <a:defRPr sz="1875" b="0">
                <a:solidFill>
                  <a:srgbClr val="183448"/>
                </a:solidFill>
                <a:latin typeface="Noto Sans KR"/>
                <a:ea typeface="Noto Sans KR"/>
                <a:cs typeface="Noto Sans KR"/>
              </a:defRPr>
            </a:lvl4pPr>
            <a:lvl5pPr>
              <a:defRPr sz="1875" b="0">
                <a:solidFill>
                  <a:srgbClr val="183448"/>
                </a:solidFill>
                <a:latin typeface="Noto Sans KR"/>
                <a:ea typeface="Noto Sans KR"/>
                <a:cs typeface="Noto Sans KR"/>
              </a:defRPr>
            </a:lvl5pPr>
            <a:lvl6pPr>
              <a:defRPr sz="1875" b="0">
                <a:solidFill>
                  <a:srgbClr val="183448"/>
                </a:solidFill>
                <a:latin typeface="Noto Sans KR"/>
                <a:ea typeface="Noto Sans KR"/>
                <a:cs typeface="Noto Sans KR"/>
              </a:defRPr>
            </a:lvl6pPr>
            <a:lvl7pPr>
              <a:defRPr sz="1875" b="0">
                <a:solidFill>
                  <a:srgbClr val="183448"/>
                </a:solidFill>
                <a:latin typeface="Noto Sans KR"/>
                <a:ea typeface="Noto Sans KR"/>
                <a:cs typeface="Noto Sans KR"/>
              </a:defRPr>
            </a:lvl7pPr>
            <a:lvl8pPr>
              <a:defRPr sz="1875" b="0">
                <a:solidFill>
                  <a:srgbClr val="183448"/>
                </a:solidFill>
                <a:latin typeface="Noto Sans KR"/>
                <a:ea typeface="Noto Sans KR"/>
                <a:cs typeface="Noto Sans KR"/>
              </a:defRPr>
            </a:lvl8pPr>
            <a:lvl9pPr>
              <a:defRPr sz="1875" b="0">
                <a:solidFill>
                  <a:srgbClr val="183448"/>
                </a:solidFill>
                <a:latin typeface="Noto Sans KR"/>
                <a:ea typeface="Noto Sans KR"/>
                <a:cs typeface="Noto Sans KR"/>
              </a:defRPr>
            </a:lvl9pPr>
          </a:lstStyle>
          <a:p xmlns:a="http://schemas.openxmlformats.org/drawingml/2006/main">
            <a:pPr>
              <a:defRPr sz="1875" b="0">
                <a:solidFill>
                  <a:srgbClr val="183448"/>
                </a:solidFill>
                <a:latin typeface="Noto Sans KR"/>
                <a:ea typeface="Noto Sans KR"/>
                <a:cs typeface="Noto Sans KR"/>
              </a:defRPr>
            </a:pPr>
            <a:r>
              <a:rPr sz="1875" b="0">
                <a:solidFill>
                  <a:srgbClr val="183448"/>
                </a:solidFill>
                <a:latin typeface="Noto Sans KR"/>
                <a:ea typeface="Noto Sans KR"/>
                <a:cs typeface="Noto Sans KR"/>
              </a:rPr>
              <a:t>양품·불량 수량 입력</a:t>
            </a:r>
          </a:p>
        </p:txBody>
      </p:sp>
      <p:sp>
        <p:nvSpPr>
          <p:cNvPr id="14" name="text-13">
            <a:extLst xmlns:a="http://schemas.openxmlformats.org/drawingml/2006/main">
              <a:ext uri="{FF2B5EF4-FFF2-40B4-BE49-F238E27FC236}">
                <a16:creationId xmlns:a16="http://schemas.microsoft.com/office/drawing/2014/main" id="{213D5681-9E7E-48B2-B241-59524E6750BD}"/>
              </a:ext>
            </a:extLst>
          </p:cNvPr>
          <p:cNvSpPr>
            <a:spLocks xmlns:a="http://schemas.openxmlformats.org/drawingml/2006/main" noGrp="1"/>
          </p:cNvSpPr>
          <p:nvPr/>
        </p:nvSpPr>
        <p:spPr>
          <a:xfrm xmlns:a="http://schemas.openxmlformats.org/drawingml/2006/main">
            <a:off x="723900" y="5038725"/>
            <a:ext cx="1076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2100" b="1">
                <a:solidFill>
                  <a:srgbClr val="007F83"/>
                </a:solidFill>
                <a:latin typeface="Noto Sans KR"/>
                <a:ea typeface="Noto Sans KR"/>
                <a:cs typeface="Noto Sans KR"/>
              </a:defRPr>
            </a:defPPr>
            <a:lvl1pPr>
              <a:defRPr sz="2100" b="1">
                <a:solidFill>
                  <a:srgbClr val="007F83"/>
                </a:solidFill>
                <a:latin typeface="Noto Sans KR"/>
                <a:ea typeface="Noto Sans KR"/>
                <a:cs typeface="Noto Sans KR"/>
              </a:defRPr>
            </a:lvl1pPr>
            <a:lvl2pPr>
              <a:defRPr sz="2100" b="1">
                <a:solidFill>
                  <a:srgbClr val="007F83"/>
                </a:solidFill>
                <a:latin typeface="Noto Sans KR"/>
                <a:ea typeface="Noto Sans KR"/>
                <a:cs typeface="Noto Sans KR"/>
              </a:defRPr>
            </a:lvl2pPr>
            <a:lvl3pPr>
              <a:defRPr sz="2100" b="1">
                <a:solidFill>
                  <a:srgbClr val="007F83"/>
                </a:solidFill>
                <a:latin typeface="Noto Sans KR"/>
                <a:ea typeface="Noto Sans KR"/>
                <a:cs typeface="Noto Sans KR"/>
              </a:defRPr>
            </a:lvl3pPr>
            <a:lvl4pPr>
              <a:defRPr sz="2100" b="1">
                <a:solidFill>
                  <a:srgbClr val="007F83"/>
                </a:solidFill>
                <a:latin typeface="Noto Sans KR"/>
                <a:ea typeface="Noto Sans KR"/>
                <a:cs typeface="Noto Sans KR"/>
              </a:defRPr>
            </a:lvl4pPr>
            <a:lvl5pPr>
              <a:defRPr sz="2100" b="1">
                <a:solidFill>
                  <a:srgbClr val="007F83"/>
                </a:solidFill>
                <a:latin typeface="Noto Sans KR"/>
                <a:ea typeface="Noto Sans KR"/>
                <a:cs typeface="Noto Sans KR"/>
              </a:defRPr>
            </a:lvl5pPr>
            <a:lvl6pPr>
              <a:defRPr sz="2100" b="1">
                <a:solidFill>
                  <a:srgbClr val="007F83"/>
                </a:solidFill>
                <a:latin typeface="Noto Sans KR"/>
                <a:ea typeface="Noto Sans KR"/>
                <a:cs typeface="Noto Sans KR"/>
              </a:defRPr>
            </a:lvl6pPr>
            <a:lvl7pPr>
              <a:defRPr sz="2100" b="1">
                <a:solidFill>
                  <a:srgbClr val="007F83"/>
                </a:solidFill>
                <a:latin typeface="Noto Sans KR"/>
                <a:ea typeface="Noto Sans KR"/>
                <a:cs typeface="Noto Sans KR"/>
              </a:defRPr>
            </a:lvl7pPr>
            <a:lvl8pPr>
              <a:defRPr sz="2100" b="1">
                <a:solidFill>
                  <a:srgbClr val="007F83"/>
                </a:solidFill>
                <a:latin typeface="Noto Sans KR"/>
                <a:ea typeface="Noto Sans KR"/>
                <a:cs typeface="Noto Sans KR"/>
              </a:defRPr>
            </a:lvl8pPr>
            <a:lvl9pPr>
              <a:defRPr sz="2100" b="1">
                <a:solidFill>
                  <a:srgbClr val="007F83"/>
                </a:solidFill>
                <a:latin typeface="Noto Sans KR"/>
                <a:ea typeface="Noto Sans KR"/>
                <a:cs typeface="Noto Sans KR"/>
              </a:defRPr>
            </a:lvl9pPr>
          </a:lstStyle>
          <a:p xmlns:a="http://schemas.openxmlformats.org/drawingml/2006/main">
            <a:pPr>
              <a:defRPr sz="2100" b="1">
                <a:solidFill>
                  <a:srgbClr val="007F83"/>
                </a:solidFill>
                <a:latin typeface="Noto Sans KR"/>
                <a:ea typeface="Noto Sans KR"/>
                <a:cs typeface="Noto Sans KR"/>
              </a:defRPr>
            </a:pPr>
            <a:r>
              <a:rPr sz="2100" b="1">
                <a:solidFill>
                  <a:srgbClr val="007F83"/>
                </a:solidFill>
                <a:latin typeface="Noto Sans KR"/>
                <a:ea typeface="Noto Sans KR"/>
                <a:cs typeface="Noto Sans KR"/>
              </a:rPr>
              <a:t>기본정보 자동 불러오기     중복 양식 정리     내 업무만 실습</a:t>
            </a:r>
          </a:p>
        </p:txBody>
      </p:sp>
      <p:sp>
        <p:nvSpPr>
          <p:cNvPr id="15" name="text-14">
            <a:extLst xmlns:a="http://schemas.openxmlformats.org/drawingml/2006/main">
              <a:ext uri="{FF2B5EF4-FFF2-40B4-BE49-F238E27FC236}">
                <a16:creationId xmlns:a16="http://schemas.microsoft.com/office/drawing/2014/main" id="{A71DCAAC-0310-490F-ABB0-C6235AB3AF8A}"/>
              </a:ext>
            </a:extLst>
          </p:cNvPr>
          <p:cNvSpPr>
            <a:spLocks xmlns:a="http://schemas.openxmlformats.org/drawingml/2006/main" noGrp="1"/>
          </p:cNvSpPr>
          <p:nvPr/>
        </p:nvSpPr>
        <p:spPr>
          <a:xfrm xmlns:a="http://schemas.openxmlformats.org/drawingml/2006/main">
            <a:off x="628650" y="5829300"/>
            <a:ext cx="10839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350" b="0">
                <a:solidFill>
                  <a:srgbClr val="607481"/>
                </a:solidFill>
                <a:latin typeface="Noto Sans KR"/>
                <a:ea typeface="Noto Sans KR"/>
                <a:cs typeface="Noto Sans KR"/>
              </a:defRPr>
            </a:defPPr>
            <a:lvl1pPr>
              <a:defRPr sz="1350" b="0">
                <a:solidFill>
                  <a:srgbClr val="607481"/>
                </a:solidFill>
                <a:latin typeface="Noto Sans KR"/>
                <a:ea typeface="Noto Sans KR"/>
                <a:cs typeface="Noto Sans KR"/>
              </a:defRPr>
            </a:lvl1pPr>
            <a:lvl2pPr>
              <a:defRPr sz="1350" b="0">
                <a:solidFill>
                  <a:srgbClr val="607481"/>
                </a:solidFill>
                <a:latin typeface="Noto Sans KR"/>
                <a:ea typeface="Noto Sans KR"/>
                <a:cs typeface="Noto Sans KR"/>
              </a:defRPr>
            </a:lvl2pPr>
            <a:lvl3pPr>
              <a:defRPr sz="1350" b="0">
                <a:solidFill>
                  <a:srgbClr val="607481"/>
                </a:solidFill>
                <a:latin typeface="Noto Sans KR"/>
                <a:ea typeface="Noto Sans KR"/>
                <a:cs typeface="Noto Sans KR"/>
              </a:defRPr>
            </a:lvl3pPr>
            <a:lvl4pPr>
              <a:defRPr sz="1350" b="0">
                <a:solidFill>
                  <a:srgbClr val="607481"/>
                </a:solidFill>
                <a:latin typeface="Noto Sans KR"/>
                <a:ea typeface="Noto Sans KR"/>
                <a:cs typeface="Noto Sans KR"/>
              </a:defRPr>
            </a:lvl4pPr>
            <a:lvl5pPr>
              <a:defRPr sz="1350" b="0">
                <a:solidFill>
                  <a:srgbClr val="607481"/>
                </a:solidFill>
                <a:latin typeface="Noto Sans KR"/>
                <a:ea typeface="Noto Sans KR"/>
                <a:cs typeface="Noto Sans KR"/>
              </a:defRPr>
            </a:lvl5pPr>
            <a:lvl6pPr>
              <a:defRPr sz="1350" b="0">
                <a:solidFill>
                  <a:srgbClr val="607481"/>
                </a:solidFill>
                <a:latin typeface="Noto Sans KR"/>
                <a:ea typeface="Noto Sans KR"/>
                <a:cs typeface="Noto Sans KR"/>
              </a:defRPr>
            </a:lvl6pPr>
            <a:lvl7pPr>
              <a:defRPr sz="1350" b="0">
                <a:solidFill>
                  <a:srgbClr val="607481"/>
                </a:solidFill>
                <a:latin typeface="Noto Sans KR"/>
                <a:ea typeface="Noto Sans KR"/>
                <a:cs typeface="Noto Sans KR"/>
              </a:defRPr>
            </a:lvl7pPr>
            <a:lvl8pPr>
              <a:defRPr sz="1350" b="0">
                <a:solidFill>
                  <a:srgbClr val="607481"/>
                </a:solidFill>
                <a:latin typeface="Noto Sans KR"/>
                <a:ea typeface="Noto Sans KR"/>
                <a:cs typeface="Noto Sans KR"/>
              </a:defRPr>
            </a:lvl8pPr>
            <a:lvl9pPr>
              <a:defRPr sz="1350" b="0">
                <a:solidFill>
                  <a:srgbClr val="607481"/>
                </a:solidFill>
                <a:latin typeface="Noto Sans KR"/>
                <a:ea typeface="Noto Sans KR"/>
                <a:cs typeface="Noto Sans KR"/>
              </a:defRPr>
            </a:lvl9pPr>
          </a:lstStyle>
          <a:p xmlns:a="http://schemas.openxmlformats.org/drawingml/2006/main">
            <a:pPr>
              <a:defRPr sz="1350" b="0">
                <a:solidFill>
                  <a:srgbClr val="607481"/>
                </a:solidFill>
                <a:latin typeface="Noto Sans KR"/>
                <a:ea typeface="Noto Sans KR"/>
                <a:cs typeface="Noto Sans KR"/>
              </a:defRPr>
            </a:pPr>
            <a:r>
              <a:rPr sz="1350" b="0">
                <a:solidFill>
                  <a:srgbClr val="607481"/>
                </a:solidFill>
                <a:latin typeface="Noto Sans KR"/>
                <a:ea typeface="Noto Sans KR"/>
                <a:cs typeface="Noto Sans KR"/>
              </a:rPr>
              <a:t>입력 화면 구상 예시. AI 문서 읽기와 보고 초안은 보조 기능으로 시험하고 담당자가 확인</a:t>
            </a:r>
          </a:p>
        </p:txBody>
      </p:sp>
      <p:sp>
        <p:nvSpPr>
          <p:cNvPr id="16" name="text-15">
            <a:extLst xmlns:a="http://schemas.openxmlformats.org/drawingml/2006/main">
              <a:ext uri="{FF2B5EF4-FFF2-40B4-BE49-F238E27FC236}">
                <a16:creationId xmlns:a16="http://schemas.microsoft.com/office/drawing/2014/main" id="{E72236E8-A421-4697-B345-70E2DF000C5D}"/>
              </a:ext>
            </a:extLst>
          </p:cNvPr>
          <p:cNvSpPr>
            <a:spLocks xmlns:a="http://schemas.openxmlformats.org/drawingml/2006/main" noGrp="1"/>
          </p:cNvSpPr>
          <p:nvPr/>
        </p:nvSpPr>
        <p:spPr>
          <a:xfrm xmlns:a="http://schemas.openxmlformats.org/drawingml/2006/main">
            <a:off x="6810375" y="1238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275" b="1">
                <a:solidFill>
                  <a:srgbClr val="007F83"/>
                </a:solidFill>
                <a:latin typeface="Noto Sans KR"/>
                <a:ea typeface="Noto Sans KR"/>
                <a:cs typeface="Noto Sans KR"/>
              </a:defRPr>
            </a:defPPr>
            <a:lvl1pPr>
              <a:defRPr sz="1275" b="1">
                <a:solidFill>
                  <a:srgbClr val="007F83"/>
                </a:solidFill>
                <a:latin typeface="Noto Sans KR"/>
                <a:ea typeface="Noto Sans KR"/>
                <a:cs typeface="Noto Sans KR"/>
              </a:defRPr>
            </a:lvl1pPr>
            <a:lvl2pPr>
              <a:defRPr sz="1275" b="1">
                <a:solidFill>
                  <a:srgbClr val="007F83"/>
                </a:solidFill>
                <a:latin typeface="Noto Sans KR"/>
                <a:ea typeface="Noto Sans KR"/>
                <a:cs typeface="Noto Sans KR"/>
              </a:defRPr>
            </a:lvl2pPr>
            <a:lvl3pPr>
              <a:defRPr sz="1275" b="1">
                <a:solidFill>
                  <a:srgbClr val="007F83"/>
                </a:solidFill>
                <a:latin typeface="Noto Sans KR"/>
                <a:ea typeface="Noto Sans KR"/>
                <a:cs typeface="Noto Sans KR"/>
              </a:defRPr>
            </a:lvl3pPr>
            <a:lvl4pPr>
              <a:defRPr sz="1275" b="1">
                <a:solidFill>
                  <a:srgbClr val="007F83"/>
                </a:solidFill>
                <a:latin typeface="Noto Sans KR"/>
                <a:ea typeface="Noto Sans KR"/>
                <a:cs typeface="Noto Sans KR"/>
              </a:defRPr>
            </a:lvl4pPr>
            <a:lvl5pPr>
              <a:defRPr sz="1275" b="1">
                <a:solidFill>
                  <a:srgbClr val="007F83"/>
                </a:solidFill>
                <a:latin typeface="Noto Sans KR"/>
                <a:ea typeface="Noto Sans KR"/>
                <a:cs typeface="Noto Sans KR"/>
              </a:defRPr>
            </a:lvl5pPr>
            <a:lvl6pPr>
              <a:defRPr sz="1275" b="1">
                <a:solidFill>
                  <a:srgbClr val="007F83"/>
                </a:solidFill>
                <a:latin typeface="Noto Sans KR"/>
                <a:ea typeface="Noto Sans KR"/>
                <a:cs typeface="Noto Sans KR"/>
              </a:defRPr>
            </a:lvl6pPr>
            <a:lvl7pPr>
              <a:defRPr sz="1275" b="1">
                <a:solidFill>
                  <a:srgbClr val="007F83"/>
                </a:solidFill>
                <a:latin typeface="Noto Sans KR"/>
                <a:ea typeface="Noto Sans KR"/>
                <a:cs typeface="Noto Sans KR"/>
              </a:defRPr>
            </a:lvl7pPr>
            <a:lvl8pPr>
              <a:defRPr sz="1275" b="1">
                <a:solidFill>
                  <a:srgbClr val="007F83"/>
                </a:solidFill>
                <a:latin typeface="Noto Sans KR"/>
                <a:ea typeface="Noto Sans KR"/>
                <a:cs typeface="Noto Sans KR"/>
              </a:defRPr>
            </a:lvl8pPr>
            <a:lvl9pPr>
              <a:defRPr sz="1275" b="1">
                <a:solidFill>
                  <a:srgbClr val="007F83"/>
                </a:solidFill>
                <a:latin typeface="Noto Sans KR"/>
                <a:ea typeface="Noto Sans KR"/>
                <a:cs typeface="Noto Sans KR"/>
              </a:defRPr>
            </a:lvl9pPr>
          </a:lstStyle>
          <a:p xmlns:a="http://schemas.openxmlformats.org/drawingml/2006/main">
            <a:pPr>
              <a:defRPr sz="1275" b="1">
                <a:solidFill>
                  <a:srgbClr val="007F83"/>
                </a:solidFill>
                <a:latin typeface="Noto Sans KR"/>
                <a:ea typeface="Noto Sans KR"/>
                <a:cs typeface="Noto Sans KR"/>
              </a:defRPr>
            </a:pPr>
            <a:r>
              <a:rPr sz="1275" b="1">
                <a:solidFill>
                  <a:srgbClr val="007F83"/>
                </a:solidFill>
                <a:latin typeface="Noto Sans KR"/>
                <a:ea typeface="Noto Sans KR"/>
                <a:cs typeface="Noto Sans KR"/>
              </a:rPr>
              <a:t>기록과 쉬운 사용</a:t>
            </a:r>
          </a:p>
        </p:txBody>
      </p:sp>
      <p:sp>
        <p:nvSpPr>
          <p:cNvPr id="17" name="text-16">
            <a:extLst xmlns:a="http://schemas.openxmlformats.org/drawingml/2006/main">
              <a:ext uri="{FF2B5EF4-FFF2-40B4-BE49-F238E27FC236}">
                <a16:creationId xmlns:a16="http://schemas.microsoft.com/office/drawing/2014/main" id="{218276C8-6188-4A31-A19C-86399FBAB9E8}"/>
              </a:ext>
            </a:extLst>
          </p:cNvPr>
          <p:cNvSpPr>
            <a:spLocks xmlns:a="http://schemas.openxmlformats.org/drawingml/2006/main" noGrp="1"/>
          </p:cNvSpPr>
          <p:nvPr/>
        </p:nvSpPr>
        <p:spPr>
          <a:xfrm xmlns:a="http://schemas.openxmlformats.org/drawingml/2006/main">
            <a:off x="10382250" y="123825"/>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275" b="0">
                <a:solidFill>
                  <a:srgbClr val="607481"/>
                </a:solidFill>
                <a:latin typeface="Noto Sans KR"/>
                <a:ea typeface="Noto Sans KR"/>
                <a:cs typeface="Noto Sans KR"/>
              </a:defRPr>
            </a:defPPr>
            <a:lvl1pPr>
              <a:defRPr sz="1275" b="0">
                <a:solidFill>
                  <a:srgbClr val="607481"/>
                </a:solidFill>
                <a:latin typeface="Noto Sans KR"/>
                <a:ea typeface="Noto Sans KR"/>
                <a:cs typeface="Noto Sans KR"/>
              </a:defRPr>
            </a:lvl1pPr>
            <a:lvl2pPr>
              <a:defRPr sz="1275" b="0">
                <a:solidFill>
                  <a:srgbClr val="607481"/>
                </a:solidFill>
                <a:latin typeface="Noto Sans KR"/>
                <a:ea typeface="Noto Sans KR"/>
                <a:cs typeface="Noto Sans KR"/>
              </a:defRPr>
            </a:lvl2pPr>
            <a:lvl3pPr>
              <a:defRPr sz="1275" b="0">
                <a:solidFill>
                  <a:srgbClr val="607481"/>
                </a:solidFill>
                <a:latin typeface="Noto Sans KR"/>
                <a:ea typeface="Noto Sans KR"/>
                <a:cs typeface="Noto Sans KR"/>
              </a:defRPr>
            </a:lvl3pPr>
            <a:lvl4pPr>
              <a:defRPr sz="1275" b="0">
                <a:solidFill>
                  <a:srgbClr val="607481"/>
                </a:solidFill>
                <a:latin typeface="Noto Sans KR"/>
                <a:ea typeface="Noto Sans KR"/>
                <a:cs typeface="Noto Sans KR"/>
              </a:defRPr>
            </a:lvl4pPr>
            <a:lvl5pPr>
              <a:defRPr sz="1275" b="0">
                <a:solidFill>
                  <a:srgbClr val="607481"/>
                </a:solidFill>
                <a:latin typeface="Noto Sans KR"/>
                <a:ea typeface="Noto Sans KR"/>
                <a:cs typeface="Noto Sans KR"/>
              </a:defRPr>
            </a:lvl5pPr>
            <a:lvl6pPr>
              <a:defRPr sz="1275" b="0">
                <a:solidFill>
                  <a:srgbClr val="607481"/>
                </a:solidFill>
                <a:latin typeface="Noto Sans KR"/>
                <a:ea typeface="Noto Sans KR"/>
                <a:cs typeface="Noto Sans KR"/>
              </a:defRPr>
            </a:lvl6pPr>
            <a:lvl7pPr>
              <a:defRPr sz="1275" b="0">
                <a:solidFill>
                  <a:srgbClr val="607481"/>
                </a:solidFill>
                <a:latin typeface="Noto Sans KR"/>
                <a:ea typeface="Noto Sans KR"/>
                <a:cs typeface="Noto Sans KR"/>
              </a:defRPr>
            </a:lvl7pPr>
            <a:lvl8pPr>
              <a:defRPr sz="1275" b="0">
                <a:solidFill>
                  <a:srgbClr val="607481"/>
                </a:solidFill>
                <a:latin typeface="Noto Sans KR"/>
                <a:ea typeface="Noto Sans KR"/>
                <a:cs typeface="Noto Sans KR"/>
              </a:defRPr>
            </a:lvl8pPr>
            <a:lvl9pPr>
              <a:defRPr sz="1275" b="0">
                <a:solidFill>
                  <a:srgbClr val="607481"/>
                </a:solidFill>
                <a:latin typeface="Noto Sans KR"/>
                <a:ea typeface="Noto Sans KR"/>
                <a:cs typeface="Noto Sans KR"/>
              </a:defRPr>
            </a:lvl9pPr>
          </a:lstStyle>
          <a:p xmlns:a="http://schemas.openxmlformats.org/drawingml/2006/main">
            <a:pPr>
              <a:defRPr sz="1275" b="0">
                <a:solidFill>
                  <a:srgbClr val="607481"/>
                </a:solidFill>
                <a:latin typeface="Noto Sans KR"/>
                <a:ea typeface="Noto Sans KR"/>
                <a:cs typeface="Noto Sans KR"/>
              </a:defRPr>
            </a:pPr>
            <a:r>
              <a:rPr sz="1275" b="0">
                <a:solidFill>
                  <a:srgbClr val="607481"/>
                </a:solidFill>
                <a:latin typeface="Noto Sans KR"/>
                <a:ea typeface="Noto Sans KR"/>
                <a:cs typeface="Noto Sans KR"/>
              </a:rPr>
              <a:t>8 / 11쪽</a:t>
            </a:r>
          </a:p>
        </p:txBody>
      </p:sp>
    </p:spTree>
    <p:extLst>
      <p:ext uri="{BB962C8B-B14F-4D97-AF65-F5344CB8AC3E}">
        <p14:creationId xmlns:p14="http://schemas.microsoft.com/office/powerpoint/2010/main" val="30342013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4F58CF81-8512-4A8E-80E5-5A166FB22148}"/>
              </a:ext>
            </a:extLst>
          </p:cNvPr>
          <p:cNvSpPr>
            <a:spLocks xmlns:a="http://schemas.openxmlformats.org/drawingml/2006/main" noGrp="1"/>
          </p:cNvSpPr>
          <p:nvPr/>
        </p:nvSpPr>
        <p:spPr>
          <a:xfrm xmlns:a="http://schemas.openxmlformats.org/drawingml/2006/main">
            <a:off x="609600" y="428625"/>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3000" b="1">
                <a:solidFill>
                  <a:srgbClr val="102B40"/>
                </a:solidFill>
                <a:latin typeface="Noto Sans KR"/>
                <a:ea typeface="Noto Sans KR"/>
                <a:cs typeface="Noto Sans KR"/>
              </a:defRPr>
            </a:defPPr>
            <a:lvl1pPr>
              <a:defRPr sz="3000" b="1">
                <a:solidFill>
                  <a:srgbClr val="102B40"/>
                </a:solidFill>
                <a:latin typeface="Noto Sans KR"/>
                <a:ea typeface="Noto Sans KR"/>
                <a:cs typeface="Noto Sans KR"/>
              </a:defRPr>
            </a:lvl1pPr>
            <a:lvl2pPr>
              <a:defRPr sz="3000" b="1">
                <a:solidFill>
                  <a:srgbClr val="102B40"/>
                </a:solidFill>
                <a:latin typeface="Noto Sans KR"/>
                <a:ea typeface="Noto Sans KR"/>
                <a:cs typeface="Noto Sans KR"/>
              </a:defRPr>
            </a:lvl2pPr>
            <a:lvl3pPr>
              <a:defRPr sz="3000" b="1">
                <a:solidFill>
                  <a:srgbClr val="102B40"/>
                </a:solidFill>
                <a:latin typeface="Noto Sans KR"/>
                <a:ea typeface="Noto Sans KR"/>
                <a:cs typeface="Noto Sans KR"/>
              </a:defRPr>
            </a:lvl3pPr>
            <a:lvl4pPr>
              <a:defRPr sz="3000" b="1">
                <a:solidFill>
                  <a:srgbClr val="102B40"/>
                </a:solidFill>
                <a:latin typeface="Noto Sans KR"/>
                <a:ea typeface="Noto Sans KR"/>
                <a:cs typeface="Noto Sans KR"/>
              </a:defRPr>
            </a:lvl4pPr>
            <a:lvl5pPr>
              <a:defRPr sz="3000" b="1">
                <a:solidFill>
                  <a:srgbClr val="102B40"/>
                </a:solidFill>
                <a:latin typeface="Noto Sans KR"/>
                <a:ea typeface="Noto Sans KR"/>
                <a:cs typeface="Noto Sans KR"/>
              </a:defRPr>
            </a:lvl5pPr>
            <a:lvl6pPr>
              <a:defRPr sz="3000" b="1">
                <a:solidFill>
                  <a:srgbClr val="102B40"/>
                </a:solidFill>
                <a:latin typeface="Noto Sans KR"/>
                <a:ea typeface="Noto Sans KR"/>
                <a:cs typeface="Noto Sans KR"/>
              </a:defRPr>
            </a:lvl6pPr>
            <a:lvl7pPr>
              <a:defRPr sz="3000" b="1">
                <a:solidFill>
                  <a:srgbClr val="102B40"/>
                </a:solidFill>
                <a:latin typeface="Noto Sans KR"/>
                <a:ea typeface="Noto Sans KR"/>
                <a:cs typeface="Noto Sans KR"/>
              </a:defRPr>
            </a:lvl7pPr>
            <a:lvl8pPr>
              <a:defRPr sz="3000" b="1">
                <a:solidFill>
                  <a:srgbClr val="102B40"/>
                </a:solidFill>
                <a:latin typeface="Noto Sans KR"/>
                <a:ea typeface="Noto Sans KR"/>
                <a:cs typeface="Noto Sans KR"/>
              </a:defRPr>
            </a:lvl8pPr>
            <a:lvl9pPr>
              <a:defRPr sz="3000" b="1">
                <a:solidFill>
                  <a:srgbClr val="102B40"/>
                </a:solidFill>
                <a:latin typeface="Noto Sans KR"/>
                <a:ea typeface="Noto Sans KR"/>
                <a:cs typeface="Noto Sans KR"/>
              </a:defRPr>
            </a:lvl9pPr>
          </a:lstStyle>
          <a:p xmlns:a="http://schemas.openxmlformats.org/drawingml/2006/main">
            <a:pPr>
              <a:defRPr sz="3000" b="1">
                <a:solidFill>
                  <a:srgbClr val="102B40"/>
                </a:solidFill>
                <a:latin typeface="Noto Sans KR"/>
                <a:ea typeface="Noto Sans KR"/>
                <a:cs typeface="Noto Sans KR"/>
              </a:defRPr>
            </a:pPr>
            <a:r>
              <a:rPr sz="3000" b="1">
                <a:solidFill>
                  <a:srgbClr val="102B40"/>
                </a:solidFill>
                <a:latin typeface="Noto Sans KR"/>
                <a:ea typeface="Noto Sans KR"/>
                <a:cs typeface="Noto Sans KR"/>
              </a:rPr>
              <a:t>만들기 전에, 실제 업무부터 함께 살펴봅니다</a:t>
            </a:r>
          </a:p>
        </p:txBody>
      </p:sp>
      <p:sp>
        <p:nvSpPr>
          <p:cNvPr id="2" name="text-1">
            <a:extLst xmlns:a="http://schemas.openxmlformats.org/drawingml/2006/main">
              <a:ext uri="{FF2B5EF4-FFF2-40B4-BE49-F238E27FC236}">
                <a16:creationId xmlns:a16="http://schemas.microsoft.com/office/drawing/2014/main" id="{CE4F4AF2-3211-4061-B501-E6FD51FCE673}"/>
              </a:ext>
            </a:extLst>
          </p:cNvPr>
          <p:cNvSpPr>
            <a:spLocks xmlns:a="http://schemas.openxmlformats.org/drawingml/2006/main" noGrp="1"/>
          </p:cNvSpPr>
          <p:nvPr/>
        </p:nvSpPr>
        <p:spPr>
          <a:xfrm xmlns:a="http://schemas.openxmlformats.org/drawingml/2006/main">
            <a:off x="628650" y="1133475"/>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650" b="0">
                <a:solidFill>
                  <a:srgbClr val="607481"/>
                </a:solidFill>
                <a:latin typeface="Noto Sans KR"/>
                <a:ea typeface="Noto Sans KR"/>
                <a:cs typeface="Noto Sans KR"/>
              </a:defRPr>
            </a:defPPr>
            <a:lvl1pPr>
              <a:defRPr sz="1650" b="0">
                <a:solidFill>
                  <a:srgbClr val="607481"/>
                </a:solidFill>
                <a:latin typeface="Noto Sans KR"/>
                <a:ea typeface="Noto Sans KR"/>
                <a:cs typeface="Noto Sans KR"/>
              </a:defRPr>
            </a:lvl1pPr>
            <a:lvl2pPr>
              <a:defRPr sz="1650" b="0">
                <a:solidFill>
                  <a:srgbClr val="607481"/>
                </a:solidFill>
                <a:latin typeface="Noto Sans KR"/>
                <a:ea typeface="Noto Sans KR"/>
                <a:cs typeface="Noto Sans KR"/>
              </a:defRPr>
            </a:lvl2pPr>
            <a:lvl3pPr>
              <a:defRPr sz="1650" b="0">
                <a:solidFill>
                  <a:srgbClr val="607481"/>
                </a:solidFill>
                <a:latin typeface="Noto Sans KR"/>
                <a:ea typeface="Noto Sans KR"/>
                <a:cs typeface="Noto Sans KR"/>
              </a:defRPr>
            </a:lvl3pPr>
            <a:lvl4pPr>
              <a:defRPr sz="1650" b="0">
                <a:solidFill>
                  <a:srgbClr val="607481"/>
                </a:solidFill>
                <a:latin typeface="Noto Sans KR"/>
                <a:ea typeface="Noto Sans KR"/>
                <a:cs typeface="Noto Sans KR"/>
              </a:defRPr>
            </a:lvl4pPr>
            <a:lvl5pPr>
              <a:defRPr sz="1650" b="0">
                <a:solidFill>
                  <a:srgbClr val="607481"/>
                </a:solidFill>
                <a:latin typeface="Noto Sans KR"/>
                <a:ea typeface="Noto Sans KR"/>
                <a:cs typeface="Noto Sans KR"/>
              </a:defRPr>
            </a:lvl5pPr>
            <a:lvl6pPr>
              <a:defRPr sz="1650" b="0">
                <a:solidFill>
                  <a:srgbClr val="607481"/>
                </a:solidFill>
                <a:latin typeface="Noto Sans KR"/>
                <a:ea typeface="Noto Sans KR"/>
                <a:cs typeface="Noto Sans KR"/>
              </a:defRPr>
            </a:lvl6pPr>
            <a:lvl7pPr>
              <a:defRPr sz="1650" b="0">
                <a:solidFill>
                  <a:srgbClr val="607481"/>
                </a:solidFill>
                <a:latin typeface="Noto Sans KR"/>
                <a:ea typeface="Noto Sans KR"/>
                <a:cs typeface="Noto Sans KR"/>
              </a:defRPr>
            </a:lvl7pPr>
            <a:lvl8pPr>
              <a:defRPr sz="1650" b="0">
                <a:solidFill>
                  <a:srgbClr val="607481"/>
                </a:solidFill>
                <a:latin typeface="Noto Sans KR"/>
                <a:ea typeface="Noto Sans KR"/>
                <a:cs typeface="Noto Sans KR"/>
              </a:defRPr>
            </a:lvl8pPr>
            <a:lvl9pPr>
              <a:defRPr sz="1650" b="0">
                <a:solidFill>
                  <a:srgbClr val="607481"/>
                </a:solidFill>
                <a:latin typeface="Noto Sans KR"/>
                <a:ea typeface="Noto Sans KR"/>
                <a:cs typeface="Noto Sans KR"/>
              </a:defRPr>
            </a:lvl9pPr>
          </a:lstStyle>
          <a:p xmlns:a="http://schemas.openxmlformats.org/drawingml/2006/main">
            <a:pPr>
              <a:defRPr sz="1650" b="0">
                <a:solidFill>
                  <a:srgbClr val="607481"/>
                </a:solidFill>
                <a:latin typeface="Noto Sans KR"/>
                <a:ea typeface="Noto Sans KR"/>
                <a:cs typeface="Noto Sans KR"/>
              </a:defRPr>
            </a:pPr>
            <a:r>
              <a:rPr sz="1650" b="0">
                <a:solidFill>
                  <a:srgbClr val="607481"/>
                </a:solidFill>
                <a:latin typeface="Noto Sans KR"/>
                <a:ea typeface="Noto Sans KR"/>
                <a:cs typeface="Noto Sans KR"/>
              </a:rPr>
              <a:t>실제 주문 한 건을 따라가며 사용하는 자료와 인계 방법을 확인</a:t>
            </a:r>
          </a:p>
        </p:txBody>
      </p:sp>
      <p:sp>
        <p:nvSpPr>
          <p:cNvPr id="3" name="">
            <a:extLst xmlns:a="http://schemas.openxmlformats.org/drawingml/2006/main">
              <a:ext uri="{FF2B5EF4-FFF2-40B4-BE49-F238E27FC236}">
                <a16:creationId xmlns:a16="http://schemas.microsoft.com/office/drawing/2014/main" id="{DE701FCD-E5D6-4E00-8674-9F86618F154D}"/>
              </a:ext>
            </a:extLst>
          </p:cNvPr>
          <p:cNvSpPr>
            <a:spLocks xmlns:a="http://schemas.openxmlformats.org/drawingml/2006/main" noGrp="1"/>
          </p:cNvSpPr>
          <p:nvPr/>
        </p:nvSpPr>
        <p:spPr>
          <a:xfrm xmlns:a="http://schemas.openxmlformats.org/drawingml/2006/main">
            <a:off x="723900" y="2095500"/>
            <a:ext cx="3238500" cy="714375"/>
          </a:xfrm>
          <a:prstGeom xmlns:a="http://schemas.openxmlformats.org/drawingml/2006/main" prst="rect">
            <a:avLst/>
          </a:prstGeom>
          <a:solidFill xmlns:a="http://schemas.openxmlformats.org/drawingml/2006/main">
            <a:srgbClr val="102B40"/>
          </a:solidFill>
          <a:ln xmlns:a="http://schemas.openxmlformats.org/drawingml/2006/main" w="0">
            <a:noFill/>
            <a:prstDash val="solid"/>
          </a:ln>
        </p:spPr>
      </p:sp>
      <p:sp>
        <p:nvSpPr>
          <p:cNvPr id="4" name="text-3">
            <a:extLst xmlns:a="http://schemas.openxmlformats.org/drawingml/2006/main">
              <a:ext uri="{FF2B5EF4-FFF2-40B4-BE49-F238E27FC236}">
                <a16:creationId xmlns:a16="http://schemas.microsoft.com/office/drawing/2014/main" id="{18A97B81-FD7A-4B02-97F4-CC5E202B3D90}"/>
              </a:ext>
            </a:extLst>
          </p:cNvPr>
          <p:cNvSpPr>
            <a:spLocks xmlns:a="http://schemas.openxmlformats.org/drawingml/2006/main" noGrp="1"/>
          </p:cNvSpPr>
          <p:nvPr/>
        </p:nvSpPr>
        <p:spPr>
          <a:xfrm xmlns:a="http://schemas.openxmlformats.org/drawingml/2006/main">
            <a:off x="876300" y="2171700"/>
            <a:ext cx="2933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725" b="1">
                <a:solidFill>
                  <a:srgbClr val="FFFFFF"/>
                </a:solidFill>
                <a:latin typeface="Noto Sans KR"/>
                <a:ea typeface="Noto Sans KR"/>
                <a:cs typeface="Noto Sans KR"/>
              </a:defRPr>
            </a:defPPr>
            <a:lvl1pPr>
              <a:defRPr sz="1725" b="1">
                <a:solidFill>
                  <a:srgbClr val="FFFFFF"/>
                </a:solidFill>
                <a:latin typeface="Noto Sans KR"/>
                <a:ea typeface="Noto Sans KR"/>
                <a:cs typeface="Noto Sans KR"/>
              </a:defRPr>
            </a:lvl1pPr>
            <a:lvl2pPr>
              <a:defRPr sz="1725" b="1">
                <a:solidFill>
                  <a:srgbClr val="FFFFFF"/>
                </a:solidFill>
                <a:latin typeface="Noto Sans KR"/>
                <a:ea typeface="Noto Sans KR"/>
                <a:cs typeface="Noto Sans KR"/>
              </a:defRPr>
            </a:lvl2pPr>
            <a:lvl3pPr>
              <a:defRPr sz="1725" b="1">
                <a:solidFill>
                  <a:srgbClr val="FFFFFF"/>
                </a:solidFill>
                <a:latin typeface="Noto Sans KR"/>
                <a:ea typeface="Noto Sans KR"/>
                <a:cs typeface="Noto Sans KR"/>
              </a:defRPr>
            </a:lvl3pPr>
            <a:lvl4pPr>
              <a:defRPr sz="1725" b="1">
                <a:solidFill>
                  <a:srgbClr val="FFFFFF"/>
                </a:solidFill>
                <a:latin typeface="Noto Sans KR"/>
                <a:ea typeface="Noto Sans KR"/>
                <a:cs typeface="Noto Sans KR"/>
              </a:defRPr>
            </a:lvl4pPr>
            <a:lvl5pPr>
              <a:defRPr sz="1725" b="1">
                <a:solidFill>
                  <a:srgbClr val="FFFFFF"/>
                </a:solidFill>
                <a:latin typeface="Noto Sans KR"/>
                <a:ea typeface="Noto Sans KR"/>
                <a:cs typeface="Noto Sans KR"/>
              </a:defRPr>
            </a:lvl5pPr>
            <a:lvl6pPr>
              <a:defRPr sz="1725" b="1">
                <a:solidFill>
                  <a:srgbClr val="FFFFFF"/>
                </a:solidFill>
                <a:latin typeface="Noto Sans KR"/>
                <a:ea typeface="Noto Sans KR"/>
                <a:cs typeface="Noto Sans KR"/>
              </a:defRPr>
            </a:lvl6pPr>
            <a:lvl7pPr>
              <a:defRPr sz="1725" b="1">
                <a:solidFill>
                  <a:srgbClr val="FFFFFF"/>
                </a:solidFill>
                <a:latin typeface="Noto Sans KR"/>
                <a:ea typeface="Noto Sans KR"/>
                <a:cs typeface="Noto Sans KR"/>
              </a:defRPr>
            </a:lvl7pPr>
            <a:lvl8pPr>
              <a:defRPr sz="1725" b="1">
                <a:solidFill>
                  <a:srgbClr val="FFFFFF"/>
                </a:solidFill>
                <a:latin typeface="Noto Sans KR"/>
                <a:ea typeface="Noto Sans KR"/>
                <a:cs typeface="Noto Sans KR"/>
              </a:defRPr>
            </a:lvl8pPr>
            <a:lvl9pPr>
              <a:defRPr sz="1725" b="1">
                <a:solidFill>
                  <a:srgbClr val="FFFFFF"/>
                </a:solidFill>
                <a:latin typeface="Noto Sans KR"/>
                <a:ea typeface="Noto Sans KR"/>
                <a:cs typeface="Noto Sans KR"/>
              </a:defRPr>
            </a:lvl9pPr>
          </a:lstStyle>
          <a:p xmlns:a="http://schemas.openxmlformats.org/drawingml/2006/main">
            <a:pPr>
              <a:defRPr sz="1725" b="1">
                <a:solidFill>
                  <a:srgbClr val="FFFFFF"/>
                </a:solidFill>
                <a:latin typeface="Noto Sans KR"/>
                <a:ea typeface="Noto Sans KR"/>
                <a:cs typeface="Noto Sans KR"/>
              </a:defRPr>
            </a:pPr>
            <a:r>
              <a:rPr sz="1725" b="1">
                <a:solidFill>
                  <a:srgbClr val="FFFFFF"/>
                </a:solidFill>
                <a:latin typeface="Noto Sans KR"/>
                <a:ea typeface="Noto Sans KR"/>
                <a:cs typeface="Noto Sans KR"/>
              </a:rPr>
              <a:t>업무 보여주기</a:t>
            </a:r>
          </a:p>
        </p:txBody>
      </p:sp>
      <p:sp>
        <p:nvSpPr>
          <p:cNvPr id="5" name="text-4">
            <a:extLst xmlns:a="http://schemas.openxmlformats.org/drawingml/2006/main">
              <a:ext uri="{FF2B5EF4-FFF2-40B4-BE49-F238E27FC236}">
                <a16:creationId xmlns:a16="http://schemas.microsoft.com/office/drawing/2014/main" id="{2E6E834C-48D3-482F-83B6-188F60ECA4E7}"/>
              </a:ext>
            </a:extLst>
          </p:cNvPr>
          <p:cNvSpPr>
            <a:spLocks xmlns:a="http://schemas.openxmlformats.org/drawingml/2006/main" noGrp="1"/>
          </p:cNvSpPr>
          <p:nvPr/>
        </p:nvSpPr>
        <p:spPr>
          <a:xfrm xmlns:a="http://schemas.openxmlformats.org/drawingml/2006/main">
            <a:off x="857250" y="3228975"/>
            <a:ext cx="3048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2100" b="0">
                <a:solidFill>
                  <a:srgbClr val="183448"/>
                </a:solidFill>
                <a:latin typeface="Noto Sans KR"/>
                <a:ea typeface="Noto Sans KR"/>
                <a:cs typeface="Noto Sans KR"/>
              </a:defRPr>
            </a:defPPr>
            <a:lvl1pPr>
              <a:defRPr sz="2100" b="0">
                <a:solidFill>
                  <a:srgbClr val="183448"/>
                </a:solidFill>
                <a:latin typeface="Noto Sans KR"/>
                <a:ea typeface="Noto Sans KR"/>
                <a:cs typeface="Noto Sans KR"/>
              </a:defRPr>
            </a:lvl1pPr>
            <a:lvl2pPr>
              <a:defRPr sz="2100" b="0">
                <a:solidFill>
                  <a:srgbClr val="183448"/>
                </a:solidFill>
                <a:latin typeface="Noto Sans KR"/>
                <a:ea typeface="Noto Sans KR"/>
                <a:cs typeface="Noto Sans KR"/>
              </a:defRPr>
            </a:lvl2pPr>
            <a:lvl3pPr>
              <a:defRPr sz="2100" b="0">
                <a:solidFill>
                  <a:srgbClr val="183448"/>
                </a:solidFill>
                <a:latin typeface="Noto Sans KR"/>
                <a:ea typeface="Noto Sans KR"/>
                <a:cs typeface="Noto Sans KR"/>
              </a:defRPr>
            </a:lvl3pPr>
            <a:lvl4pPr>
              <a:defRPr sz="2100" b="0">
                <a:solidFill>
                  <a:srgbClr val="183448"/>
                </a:solidFill>
                <a:latin typeface="Noto Sans KR"/>
                <a:ea typeface="Noto Sans KR"/>
                <a:cs typeface="Noto Sans KR"/>
              </a:defRPr>
            </a:lvl4pPr>
            <a:lvl5pPr>
              <a:defRPr sz="2100" b="0">
                <a:solidFill>
                  <a:srgbClr val="183448"/>
                </a:solidFill>
                <a:latin typeface="Noto Sans KR"/>
                <a:ea typeface="Noto Sans KR"/>
                <a:cs typeface="Noto Sans KR"/>
              </a:defRPr>
            </a:lvl5pPr>
            <a:lvl6pPr>
              <a:defRPr sz="2100" b="0">
                <a:solidFill>
                  <a:srgbClr val="183448"/>
                </a:solidFill>
                <a:latin typeface="Noto Sans KR"/>
                <a:ea typeface="Noto Sans KR"/>
                <a:cs typeface="Noto Sans KR"/>
              </a:defRPr>
            </a:lvl6pPr>
            <a:lvl7pPr>
              <a:defRPr sz="2100" b="0">
                <a:solidFill>
                  <a:srgbClr val="183448"/>
                </a:solidFill>
                <a:latin typeface="Noto Sans KR"/>
                <a:ea typeface="Noto Sans KR"/>
                <a:cs typeface="Noto Sans KR"/>
              </a:defRPr>
            </a:lvl7pPr>
            <a:lvl8pPr>
              <a:defRPr sz="2100" b="0">
                <a:solidFill>
                  <a:srgbClr val="183448"/>
                </a:solidFill>
                <a:latin typeface="Noto Sans KR"/>
                <a:ea typeface="Noto Sans KR"/>
                <a:cs typeface="Noto Sans KR"/>
              </a:defRPr>
            </a:lvl8pPr>
            <a:lvl9pPr>
              <a:defRPr sz="2100" b="0">
                <a:solidFill>
                  <a:srgbClr val="183448"/>
                </a:solidFill>
                <a:latin typeface="Noto Sans KR"/>
                <a:ea typeface="Noto Sans KR"/>
                <a:cs typeface="Noto Sans KR"/>
              </a:defRPr>
            </a:lvl9pPr>
          </a:lstStyle>
          <a:p xmlns:a="http://schemas.openxmlformats.org/drawingml/2006/main">
            <a:pPr>
              <a:defRPr sz="2100" b="0">
                <a:solidFill>
                  <a:srgbClr val="183448"/>
                </a:solidFill>
                <a:latin typeface="Noto Sans KR"/>
                <a:ea typeface="Noto Sans KR"/>
                <a:cs typeface="Noto Sans KR"/>
              </a:defRPr>
            </a:pPr>
            <a:r>
              <a:rPr sz="2100" b="0">
                <a:solidFill>
                  <a:srgbClr val="183448"/>
                </a:solidFill>
                <a:latin typeface="Noto Sans KR"/>
                <a:ea typeface="Noto Sans KR"/>
                <a:cs typeface="Noto Sans KR"/>
              </a:rPr>
              <a:t>평소 쓰는 엑셀·전표</a:t>
            </a:r>
          </a:p>
          <a:p xmlns:a="http://schemas.openxmlformats.org/drawingml/2006/main">
            <a:pPr>
              <a:defRPr sz="2100" b="0">
                <a:solidFill>
                  <a:srgbClr val="183448"/>
                </a:solidFill>
                <a:latin typeface="Noto Sans KR"/>
                <a:ea typeface="Noto Sans KR"/>
                <a:cs typeface="Noto Sans KR"/>
              </a:defRPr>
            </a:pPr>
            <a:r>
              <a:rPr sz="2100" b="0">
                <a:solidFill>
                  <a:srgbClr val="183448"/>
                </a:solidFill>
                <a:latin typeface="Noto Sans KR"/>
                <a:ea typeface="Noto Sans KR"/>
                <a:cs typeface="Noto Sans KR"/>
              </a:rPr>
              <a:t>도면·현황표 확인</a:t>
            </a:r>
          </a:p>
        </p:txBody>
      </p:sp>
      <p:sp>
        <p:nvSpPr>
          <p:cNvPr id="6" name="text-5">
            <a:extLst xmlns:a="http://schemas.openxmlformats.org/drawingml/2006/main">
              <a:ext uri="{FF2B5EF4-FFF2-40B4-BE49-F238E27FC236}">
                <a16:creationId xmlns:a16="http://schemas.microsoft.com/office/drawing/2014/main" id="{C5300DEB-1DEE-4AFB-9854-5510BAED0C68}"/>
              </a:ext>
            </a:extLst>
          </p:cNvPr>
          <p:cNvSpPr>
            <a:spLocks xmlns:a="http://schemas.openxmlformats.org/drawingml/2006/main" noGrp="1"/>
          </p:cNvSpPr>
          <p:nvPr/>
        </p:nvSpPr>
        <p:spPr>
          <a:xfrm xmlns:a="http://schemas.openxmlformats.org/drawingml/2006/main">
            <a:off x="4000500" y="2209800"/>
            <a:ext cx="38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2400" b="1">
                <a:solidFill>
                  <a:srgbClr val="007F83"/>
                </a:solidFill>
                <a:latin typeface="Noto Sans KR"/>
                <a:ea typeface="Noto Sans KR"/>
                <a:cs typeface="Noto Sans KR"/>
              </a:defRPr>
            </a:defPPr>
            <a:lvl1pPr>
              <a:defRPr sz="2400" b="1">
                <a:solidFill>
                  <a:srgbClr val="007F83"/>
                </a:solidFill>
                <a:latin typeface="Noto Sans KR"/>
                <a:ea typeface="Noto Sans KR"/>
                <a:cs typeface="Noto Sans KR"/>
              </a:defRPr>
            </a:lvl1pPr>
            <a:lvl2pPr>
              <a:defRPr sz="2400" b="1">
                <a:solidFill>
                  <a:srgbClr val="007F83"/>
                </a:solidFill>
                <a:latin typeface="Noto Sans KR"/>
                <a:ea typeface="Noto Sans KR"/>
                <a:cs typeface="Noto Sans KR"/>
              </a:defRPr>
            </a:lvl2pPr>
            <a:lvl3pPr>
              <a:defRPr sz="2400" b="1">
                <a:solidFill>
                  <a:srgbClr val="007F83"/>
                </a:solidFill>
                <a:latin typeface="Noto Sans KR"/>
                <a:ea typeface="Noto Sans KR"/>
                <a:cs typeface="Noto Sans KR"/>
              </a:defRPr>
            </a:lvl3pPr>
            <a:lvl4pPr>
              <a:defRPr sz="2400" b="1">
                <a:solidFill>
                  <a:srgbClr val="007F83"/>
                </a:solidFill>
                <a:latin typeface="Noto Sans KR"/>
                <a:ea typeface="Noto Sans KR"/>
                <a:cs typeface="Noto Sans KR"/>
              </a:defRPr>
            </a:lvl4pPr>
            <a:lvl5pPr>
              <a:defRPr sz="2400" b="1">
                <a:solidFill>
                  <a:srgbClr val="007F83"/>
                </a:solidFill>
                <a:latin typeface="Noto Sans KR"/>
                <a:ea typeface="Noto Sans KR"/>
                <a:cs typeface="Noto Sans KR"/>
              </a:defRPr>
            </a:lvl5pPr>
            <a:lvl6pPr>
              <a:defRPr sz="2400" b="1">
                <a:solidFill>
                  <a:srgbClr val="007F83"/>
                </a:solidFill>
                <a:latin typeface="Noto Sans KR"/>
                <a:ea typeface="Noto Sans KR"/>
                <a:cs typeface="Noto Sans KR"/>
              </a:defRPr>
            </a:lvl6pPr>
            <a:lvl7pPr>
              <a:defRPr sz="2400" b="1">
                <a:solidFill>
                  <a:srgbClr val="007F83"/>
                </a:solidFill>
                <a:latin typeface="Noto Sans KR"/>
                <a:ea typeface="Noto Sans KR"/>
                <a:cs typeface="Noto Sans KR"/>
              </a:defRPr>
            </a:lvl7pPr>
            <a:lvl8pPr>
              <a:defRPr sz="2400" b="1">
                <a:solidFill>
                  <a:srgbClr val="007F83"/>
                </a:solidFill>
                <a:latin typeface="Noto Sans KR"/>
                <a:ea typeface="Noto Sans KR"/>
                <a:cs typeface="Noto Sans KR"/>
              </a:defRPr>
            </a:lvl8pPr>
            <a:lvl9pPr>
              <a:defRPr sz="2400" b="1">
                <a:solidFill>
                  <a:srgbClr val="007F83"/>
                </a:solidFill>
                <a:latin typeface="Noto Sans KR"/>
                <a:ea typeface="Noto Sans KR"/>
                <a:cs typeface="Noto Sans KR"/>
              </a:defRPr>
            </a:lvl9pPr>
          </a:lstStyle>
          <a:p xmlns:a="http://schemas.openxmlformats.org/drawingml/2006/main">
            <a:pPr>
              <a:defRPr sz="2400" b="1">
                <a:solidFill>
                  <a:srgbClr val="007F83"/>
                </a:solidFill>
                <a:latin typeface="Noto Sans KR"/>
                <a:ea typeface="Noto Sans KR"/>
                <a:cs typeface="Noto Sans KR"/>
              </a:defRPr>
            </a:pPr>
            <a:r>
              <a:rPr sz="2400" b="1">
                <a:solidFill>
                  <a:srgbClr val="007F83"/>
                </a:solidFill>
                <a:latin typeface="Noto Sans KR"/>
                <a:ea typeface="Noto Sans KR"/>
                <a:cs typeface="Noto Sans KR"/>
              </a:rPr>
              <a:t>→</a:t>
            </a:r>
          </a:p>
        </p:txBody>
      </p:sp>
      <p:sp>
        <p:nvSpPr>
          <p:cNvPr id="7" name="">
            <a:extLst xmlns:a="http://schemas.openxmlformats.org/drawingml/2006/main">
              <a:ext uri="{FF2B5EF4-FFF2-40B4-BE49-F238E27FC236}">
                <a16:creationId xmlns:a16="http://schemas.microsoft.com/office/drawing/2014/main" id="{26F2B095-BEB1-40D1-98A8-F8A502289D00}"/>
              </a:ext>
            </a:extLst>
          </p:cNvPr>
          <p:cNvSpPr>
            <a:spLocks xmlns:a="http://schemas.openxmlformats.org/drawingml/2006/main" noGrp="1"/>
          </p:cNvSpPr>
          <p:nvPr/>
        </p:nvSpPr>
        <p:spPr>
          <a:xfrm xmlns:a="http://schemas.openxmlformats.org/drawingml/2006/main">
            <a:off x="4476750" y="2095500"/>
            <a:ext cx="3238500" cy="714375"/>
          </a:xfrm>
          <a:prstGeom xmlns:a="http://schemas.openxmlformats.org/drawingml/2006/main" prst="rect">
            <a:avLst/>
          </a:prstGeom>
          <a:solidFill xmlns:a="http://schemas.openxmlformats.org/drawingml/2006/main">
            <a:srgbClr val="007F83"/>
          </a:solidFill>
          <a:ln xmlns:a="http://schemas.openxmlformats.org/drawingml/2006/main" w="0">
            <a:noFill/>
            <a:prstDash val="solid"/>
          </a:ln>
        </p:spPr>
      </p:sp>
      <p:sp>
        <p:nvSpPr>
          <p:cNvPr id="8" name="text-7">
            <a:extLst xmlns:a="http://schemas.openxmlformats.org/drawingml/2006/main">
              <a:ext uri="{FF2B5EF4-FFF2-40B4-BE49-F238E27FC236}">
                <a16:creationId xmlns:a16="http://schemas.microsoft.com/office/drawing/2014/main" id="{E01B7878-06C2-439C-9F5C-7150A0D0B00E}"/>
              </a:ext>
            </a:extLst>
          </p:cNvPr>
          <p:cNvSpPr>
            <a:spLocks xmlns:a="http://schemas.openxmlformats.org/drawingml/2006/main" noGrp="1"/>
          </p:cNvSpPr>
          <p:nvPr/>
        </p:nvSpPr>
        <p:spPr>
          <a:xfrm xmlns:a="http://schemas.openxmlformats.org/drawingml/2006/main">
            <a:off x="4629150" y="2171700"/>
            <a:ext cx="2933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725" b="1">
                <a:solidFill>
                  <a:srgbClr val="FFFFFF"/>
                </a:solidFill>
                <a:latin typeface="Noto Sans KR"/>
                <a:ea typeface="Noto Sans KR"/>
                <a:cs typeface="Noto Sans KR"/>
              </a:defRPr>
            </a:defPPr>
            <a:lvl1pPr>
              <a:defRPr sz="1725" b="1">
                <a:solidFill>
                  <a:srgbClr val="FFFFFF"/>
                </a:solidFill>
                <a:latin typeface="Noto Sans KR"/>
                <a:ea typeface="Noto Sans KR"/>
                <a:cs typeface="Noto Sans KR"/>
              </a:defRPr>
            </a:lvl1pPr>
            <a:lvl2pPr>
              <a:defRPr sz="1725" b="1">
                <a:solidFill>
                  <a:srgbClr val="FFFFFF"/>
                </a:solidFill>
                <a:latin typeface="Noto Sans KR"/>
                <a:ea typeface="Noto Sans KR"/>
                <a:cs typeface="Noto Sans KR"/>
              </a:defRPr>
            </a:lvl2pPr>
            <a:lvl3pPr>
              <a:defRPr sz="1725" b="1">
                <a:solidFill>
                  <a:srgbClr val="FFFFFF"/>
                </a:solidFill>
                <a:latin typeface="Noto Sans KR"/>
                <a:ea typeface="Noto Sans KR"/>
                <a:cs typeface="Noto Sans KR"/>
              </a:defRPr>
            </a:lvl3pPr>
            <a:lvl4pPr>
              <a:defRPr sz="1725" b="1">
                <a:solidFill>
                  <a:srgbClr val="FFFFFF"/>
                </a:solidFill>
                <a:latin typeface="Noto Sans KR"/>
                <a:ea typeface="Noto Sans KR"/>
                <a:cs typeface="Noto Sans KR"/>
              </a:defRPr>
            </a:lvl4pPr>
            <a:lvl5pPr>
              <a:defRPr sz="1725" b="1">
                <a:solidFill>
                  <a:srgbClr val="FFFFFF"/>
                </a:solidFill>
                <a:latin typeface="Noto Sans KR"/>
                <a:ea typeface="Noto Sans KR"/>
                <a:cs typeface="Noto Sans KR"/>
              </a:defRPr>
            </a:lvl5pPr>
            <a:lvl6pPr>
              <a:defRPr sz="1725" b="1">
                <a:solidFill>
                  <a:srgbClr val="FFFFFF"/>
                </a:solidFill>
                <a:latin typeface="Noto Sans KR"/>
                <a:ea typeface="Noto Sans KR"/>
                <a:cs typeface="Noto Sans KR"/>
              </a:defRPr>
            </a:lvl6pPr>
            <a:lvl7pPr>
              <a:defRPr sz="1725" b="1">
                <a:solidFill>
                  <a:srgbClr val="FFFFFF"/>
                </a:solidFill>
                <a:latin typeface="Noto Sans KR"/>
                <a:ea typeface="Noto Sans KR"/>
                <a:cs typeface="Noto Sans KR"/>
              </a:defRPr>
            </a:lvl7pPr>
            <a:lvl8pPr>
              <a:defRPr sz="1725" b="1">
                <a:solidFill>
                  <a:srgbClr val="FFFFFF"/>
                </a:solidFill>
                <a:latin typeface="Noto Sans KR"/>
                <a:ea typeface="Noto Sans KR"/>
                <a:cs typeface="Noto Sans KR"/>
              </a:defRPr>
            </a:lvl8pPr>
            <a:lvl9pPr>
              <a:defRPr sz="1725" b="1">
                <a:solidFill>
                  <a:srgbClr val="FFFFFF"/>
                </a:solidFill>
                <a:latin typeface="Noto Sans KR"/>
                <a:ea typeface="Noto Sans KR"/>
                <a:cs typeface="Noto Sans KR"/>
              </a:defRPr>
            </a:lvl9pPr>
          </a:lstStyle>
          <a:p xmlns:a="http://schemas.openxmlformats.org/drawingml/2006/main">
            <a:pPr>
              <a:defRPr sz="1725" b="1">
                <a:solidFill>
                  <a:srgbClr val="FFFFFF"/>
                </a:solidFill>
                <a:latin typeface="Noto Sans KR"/>
                <a:ea typeface="Noto Sans KR"/>
                <a:cs typeface="Noto Sans KR"/>
              </a:defRPr>
            </a:pPr>
            <a:r>
              <a:rPr sz="1725" b="1">
                <a:solidFill>
                  <a:srgbClr val="FFFFFF"/>
                </a:solidFill>
                <a:latin typeface="Noto Sans KR"/>
                <a:ea typeface="Noto Sans KR"/>
                <a:cs typeface="Noto Sans KR"/>
              </a:rPr>
              <a:t>기준 함께 정하기</a:t>
            </a:r>
          </a:p>
        </p:txBody>
      </p:sp>
      <p:sp>
        <p:nvSpPr>
          <p:cNvPr id="9" name="text-8">
            <a:extLst xmlns:a="http://schemas.openxmlformats.org/drawingml/2006/main">
              <a:ext uri="{FF2B5EF4-FFF2-40B4-BE49-F238E27FC236}">
                <a16:creationId xmlns:a16="http://schemas.microsoft.com/office/drawing/2014/main" id="{DB98483E-B06A-4933-9FE8-1DEF88E5A808}"/>
              </a:ext>
            </a:extLst>
          </p:cNvPr>
          <p:cNvSpPr>
            <a:spLocks xmlns:a="http://schemas.openxmlformats.org/drawingml/2006/main" noGrp="1"/>
          </p:cNvSpPr>
          <p:nvPr/>
        </p:nvSpPr>
        <p:spPr>
          <a:xfrm xmlns:a="http://schemas.openxmlformats.org/drawingml/2006/main">
            <a:off x="4610100" y="3228975"/>
            <a:ext cx="3048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2100" b="0">
                <a:solidFill>
                  <a:srgbClr val="183448"/>
                </a:solidFill>
                <a:latin typeface="Noto Sans KR"/>
                <a:ea typeface="Noto Sans KR"/>
                <a:cs typeface="Noto Sans KR"/>
              </a:defRPr>
            </a:defPPr>
            <a:lvl1pPr>
              <a:defRPr sz="2100" b="0">
                <a:solidFill>
                  <a:srgbClr val="183448"/>
                </a:solidFill>
                <a:latin typeface="Noto Sans KR"/>
                <a:ea typeface="Noto Sans KR"/>
                <a:cs typeface="Noto Sans KR"/>
              </a:defRPr>
            </a:lvl1pPr>
            <a:lvl2pPr>
              <a:defRPr sz="2100" b="0">
                <a:solidFill>
                  <a:srgbClr val="183448"/>
                </a:solidFill>
                <a:latin typeface="Noto Sans KR"/>
                <a:ea typeface="Noto Sans KR"/>
                <a:cs typeface="Noto Sans KR"/>
              </a:defRPr>
            </a:lvl2pPr>
            <a:lvl3pPr>
              <a:defRPr sz="2100" b="0">
                <a:solidFill>
                  <a:srgbClr val="183448"/>
                </a:solidFill>
                <a:latin typeface="Noto Sans KR"/>
                <a:ea typeface="Noto Sans KR"/>
                <a:cs typeface="Noto Sans KR"/>
              </a:defRPr>
            </a:lvl3pPr>
            <a:lvl4pPr>
              <a:defRPr sz="2100" b="0">
                <a:solidFill>
                  <a:srgbClr val="183448"/>
                </a:solidFill>
                <a:latin typeface="Noto Sans KR"/>
                <a:ea typeface="Noto Sans KR"/>
                <a:cs typeface="Noto Sans KR"/>
              </a:defRPr>
            </a:lvl4pPr>
            <a:lvl5pPr>
              <a:defRPr sz="2100" b="0">
                <a:solidFill>
                  <a:srgbClr val="183448"/>
                </a:solidFill>
                <a:latin typeface="Noto Sans KR"/>
                <a:ea typeface="Noto Sans KR"/>
                <a:cs typeface="Noto Sans KR"/>
              </a:defRPr>
            </a:lvl5pPr>
            <a:lvl6pPr>
              <a:defRPr sz="2100" b="0">
                <a:solidFill>
                  <a:srgbClr val="183448"/>
                </a:solidFill>
                <a:latin typeface="Noto Sans KR"/>
                <a:ea typeface="Noto Sans KR"/>
                <a:cs typeface="Noto Sans KR"/>
              </a:defRPr>
            </a:lvl6pPr>
            <a:lvl7pPr>
              <a:defRPr sz="2100" b="0">
                <a:solidFill>
                  <a:srgbClr val="183448"/>
                </a:solidFill>
                <a:latin typeface="Noto Sans KR"/>
                <a:ea typeface="Noto Sans KR"/>
                <a:cs typeface="Noto Sans KR"/>
              </a:defRPr>
            </a:lvl7pPr>
            <a:lvl8pPr>
              <a:defRPr sz="2100" b="0">
                <a:solidFill>
                  <a:srgbClr val="183448"/>
                </a:solidFill>
                <a:latin typeface="Noto Sans KR"/>
                <a:ea typeface="Noto Sans KR"/>
                <a:cs typeface="Noto Sans KR"/>
              </a:defRPr>
            </a:lvl8pPr>
            <a:lvl9pPr>
              <a:defRPr sz="2100" b="0">
                <a:solidFill>
                  <a:srgbClr val="183448"/>
                </a:solidFill>
                <a:latin typeface="Noto Sans KR"/>
                <a:ea typeface="Noto Sans KR"/>
                <a:cs typeface="Noto Sans KR"/>
              </a:defRPr>
            </a:lvl9pPr>
          </a:lstStyle>
          <a:p xmlns:a="http://schemas.openxmlformats.org/drawingml/2006/main">
            <a:pPr>
              <a:defRPr sz="2100" b="0">
                <a:solidFill>
                  <a:srgbClr val="183448"/>
                </a:solidFill>
                <a:latin typeface="Noto Sans KR"/>
                <a:ea typeface="Noto Sans KR"/>
                <a:cs typeface="Noto Sans KR"/>
              </a:defRPr>
            </a:pPr>
            <a:r>
              <a:rPr sz="2100" b="0">
                <a:solidFill>
                  <a:srgbClr val="183448"/>
                </a:solidFill>
                <a:latin typeface="Noto Sans KR"/>
                <a:ea typeface="Noto Sans KR"/>
                <a:cs typeface="Noto Sans KR"/>
              </a:rPr>
              <a:t>입력 담당·기록 시점</a:t>
            </a:r>
          </a:p>
          <a:p xmlns:a="http://schemas.openxmlformats.org/drawingml/2006/main">
            <a:pPr>
              <a:defRPr sz="2100" b="0">
                <a:solidFill>
                  <a:srgbClr val="183448"/>
                </a:solidFill>
                <a:latin typeface="Noto Sans KR"/>
                <a:ea typeface="Noto Sans KR"/>
                <a:cs typeface="Noto Sans KR"/>
              </a:defRPr>
            </a:pPr>
            <a:r>
              <a:rPr sz="2100" b="0">
                <a:solidFill>
                  <a:srgbClr val="183448"/>
                </a:solidFill>
                <a:latin typeface="Noto Sans KR"/>
                <a:ea typeface="Noto Sans KR"/>
                <a:cs typeface="Noto Sans KR"/>
              </a:rPr>
              <a:t>다음 부서 인계 조건</a:t>
            </a:r>
          </a:p>
        </p:txBody>
      </p:sp>
      <p:sp>
        <p:nvSpPr>
          <p:cNvPr id="10" name="text-9">
            <a:extLst xmlns:a="http://schemas.openxmlformats.org/drawingml/2006/main">
              <a:ext uri="{FF2B5EF4-FFF2-40B4-BE49-F238E27FC236}">
                <a16:creationId xmlns:a16="http://schemas.microsoft.com/office/drawing/2014/main" id="{2FF86676-66FA-44C2-AA5F-D0F4325143F2}"/>
              </a:ext>
            </a:extLst>
          </p:cNvPr>
          <p:cNvSpPr>
            <a:spLocks xmlns:a="http://schemas.openxmlformats.org/drawingml/2006/main" noGrp="1"/>
          </p:cNvSpPr>
          <p:nvPr/>
        </p:nvSpPr>
        <p:spPr>
          <a:xfrm xmlns:a="http://schemas.openxmlformats.org/drawingml/2006/main">
            <a:off x="7753350" y="2209800"/>
            <a:ext cx="38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2400" b="1">
                <a:solidFill>
                  <a:srgbClr val="007F83"/>
                </a:solidFill>
                <a:latin typeface="Noto Sans KR"/>
                <a:ea typeface="Noto Sans KR"/>
                <a:cs typeface="Noto Sans KR"/>
              </a:defRPr>
            </a:defPPr>
            <a:lvl1pPr>
              <a:defRPr sz="2400" b="1">
                <a:solidFill>
                  <a:srgbClr val="007F83"/>
                </a:solidFill>
                <a:latin typeface="Noto Sans KR"/>
                <a:ea typeface="Noto Sans KR"/>
                <a:cs typeface="Noto Sans KR"/>
              </a:defRPr>
            </a:lvl1pPr>
            <a:lvl2pPr>
              <a:defRPr sz="2400" b="1">
                <a:solidFill>
                  <a:srgbClr val="007F83"/>
                </a:solidFill>
                <a:latin typeface="Noto Sans KR"/>
                <a:ea typeface="Noto Sans KR"/>
                <a:cs typeface="Noto Sans KR"/>
              </a:defRPr>
            </a:lvl2pPr>
            <a:lvl3pPr>
              <a:defRPr sz="2400" b="1">
                <a:solidFill>
                  <a:srgbClr val="007F83"/>
                </a:solidFill>
                <a:latin typeface="Noto Sans KR"/>
                <a:ea typeface="Noto Sans KR"/>
                <a:cs typeface="Noto Sans KR"/>
              </a:defRPr>
            </a:lvl3pPr>
            <a:lvl4pPr>
              <a:defRPr sz="2400" b="1">
                <a:solidFill>
                  <a:srgbClr val="007F83"/>
                </a:solidFill>
                <a:latin typeface="Noto Sans KR"/>
                <a:ea typeface="Noto Sans KR"/>
                <a:cs typeface="Noto Sans KR"/>
              </a:defRPr>
            </a:lvl4pPr>
            <a:lvl5pPr>
              <a:defRPr sz="2400" b="1">
                <a:solidFill>
                  <a:srgbClr val="007F83"/>
                </a:solidFill>
                <a:latin typeface="Noto Sans KR"/>
                <a:ea typeface="Noto Sans KR"/>
                <a:cs typeface="Noto Sans KR"/>
              </a:defRPr>
            </a:lvl5pPr>
            <a:lvl6pPr>
              <a:defRPr sz="2400" b="1">
                <a:solidFill>
                  <a:srgbClr val="007F83"/>
                </a:solidFill>
                <a:latin typeface="Noto Sans KR"/>
                <a:ea typeface="Noto Sans KR"/>
                <a:cs typeface="Noto Sans KR"/>
              </a:defRPr>
            </a:lvl6pPr>
            <a:lvl7pPr>
              <a:defRPr sz="2400" b="1">
                <a:solidFill>
                  <a:srgbClr val="007F83"/>
                </a:solidFill>
                <a:latin typeface="Noto Sans KR"/>
                <a:ea typeface="Noto Sans KR"/>
                <a:cs typeface="Noto Sans KR"/>
              </a:defRPr>
            </a:lvl7pPr>
            <a:lvl8pPr>
              <a:defRPr sz="2400" b="1">
                <a:solidFill>
                  <a:srgbClr val="007F83"/>
                </a:solidFill>
                <a:latin typeface="Noto Sans KR"/>
                <a:ea typeface="Noto Sans KR"/>
                <a:cs typeface="Noto Sans KR"/>
              </a:defRPr>
            </a:lvl8pPr>
            <a:lvl9pPr>
              <a:defRPr sz="2400" b="1">
                <a:solidFill>
                  <a:srgbClr val="007F83"/>
                </a:solidFill>
                <a:latin typeface="Noto Sans KR"/>
                <a:ea typeface="Noto Sans KR"/>
                <a:cs typeface="Noto Sans KR"/>
              </a:defRPr>
            </a:lvl9pPr>
          </a:lstStyle>
          <a:p xmlns:a="http://schemas.openxmlformats.org/drawingml/2006/main">
            <a:pPr>
              <a:defRPr sz="2400" b="1">
                <a:solidFill>
                  <a:srgbClr val="007F83"/>
                </a:solidFill>
                <a:latin typeface="Noto Sans KR"/>
                <a:ea typeface="Noto Sans KR"/>
                <a:cs typeface="Noto Sans KR"/>
              </a:defRPr>
            </a:pPr>
            <a:r>
              <a:rPr sz="2400" b="1">
                <a:solidFill>
                  <a:srgbClr val="007F83"/>
                </a:solidFill>
                <a:latin typeface="Noto Sans KR"/>
                <a:ea typeface="Noto Sans KR"/>
                <a:cs typeface="Noto Sans KR"/>
              </a:rPr>
              <a:t>→</a:t>
            </a:r>
          </a:p>
        </p:txBody>
      </p:sp>
      <p:sp>
        <p:nvSpPr>
          <p:cNvPr id="11" name="">
            <a:extLst xmlns:a="http://schemas.openxmlformats.org/drawingml/2006/main">
              <a:ext uri="{FF2B5EF4-FFF2-40B4-BE49-F238E27FC236}">
                <a16:creationId xmlns:a16="http://schemas.microsoft.com/office/drawing/2014/main" id="{194293AF-60B8-4CD1-BCCD-9D81FDD3A248}"/>
              </a:ext>
            </a:extLst>
          </p:cNvPr>
          <p:cNvSpPr>
            <a:spLocks xmlns:a="http://schemas.openxmlformats.org/drawingml/2006/main" noGrp="1"/>
          </p:cNvSpPr>
          <p:nvPr/>
        </p:nvSpPr>
        <p:spPr>
          <a:xfrm xmlns:a="http://schemas.openxmlformats.org/drawingml/2006/main">
            <a:off x="8229600" y="2095500"/>
            <a:ext cx="3238500" cy="714375"/>
          </a:xfrm>
          <a:prstGeom xmlns:a="http://schemas.openxmlformats.org/drawingml/2006/main" prst="rect">
            <a:avLst/>
          </a:prstGeom>
          <a:solidFill xmlns:a="http://schemas.openxmlformats.org/drawingml/2006/main">
            <a:srgbClr val="102B40"/>
          </a:solidFill>
          <a:ln xmlns:a="http://schemas.openxmlformats.org/drawingml/2006/main" w="0">
            <a:noFill/>
            <a:prstDash val="solid"/>
          </a:ln>
        </p:spPr>
      </p:sp>
      <p:sp>
        <p:nvSpPr>
          <p:cNvPr id="12" name="text-11">
            <a:extLst xmlns:a="http://schemas.openxmlformats.org/drawingml/2006/main">
              <a:ext uri="{FF2B5EF4-FFF2-40B4-BE49-F238E27FC236}">
                <a16:creationId xmlns:a16="http://schemas.microsoft.com/office/drawing/2014/main" id="{CDE98325-C72C-4172-BCFB-44AF702BBCD8}"/>
              </a:ext>
            </a:extLst>
          </p:cNvPr>
          <p:cNvSpPr>
            <a:spLocks xmlns:a="http://schemas.openxmlformats.org/drawingml/2006/main" noGrp="1"/>
          </p:cNvSpPr>
          <p:nvPr/>
        </p:nvSpPr>
        <p:spPr>
          <a:xfrm xmlns:a="http://schemas.openxmlformats.org/drawingml/2006/main">
            <a:off x="8382000" y="2171700"/>
            <a:ext cx="29337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725" b="1">
                <a:solidFill>
                  <a:srgbClr val="FFFFFF"/>
                </a:solidFill>
                <a:latin typeface="Noto Sans KR"/>
                <a:ea typeface="Noto Sans KR"/>
                <a:cs typeface="Noto Sans KR"/>
              </a:defRPr>
            </a:defPPr>
            <a:lvl1pPr>
              <a:defRPr sz="1725" b="1">
                <a:solidFill>
                  <a:srgbClr val="FFFFFF"/>
                </a:solidFill>
                <a:latin typeface="Noto Sans KR"/>
                <a:ea typeface="Noto Sans KR"/>
                <a:cs typeface="Noto Sans KR"/>
              </a:defRPr>
            </a:lvl1pPr>
            <a:lvl2pPr>
              <a:defRPr sz="1725" b="1">
                <a:solidFill>
                  <a:srgbClr val="FFFFFF"/>
                </a:solidFill>
                <a:latin typeface="Noto Sans KR"/>
                <a:ea typeface="Noto Sans KR"/>
                <a:cs typeface="Noto Sans KR"/>
              </a:defRPr>
            </a:lvl2pPr>
            <a:lvl3pPr>
              <a:defRPr sz="1725" b="1">
                <a:solidFill>
                  <a:srgbClr val="FFFFFF"/>
                </a:solidFill>
                <a:latin typeface="Noto Sans KR"/>
                <a:ea typeface="Noto Sans KR"/>
                <a:cs typeface="Noto Sans KR"/>
              </a:defRPr>
            </a:lvl3pPr>
            <a:lvl4pPr>
              <a:defRPr sz="1725" b="1">
                <a:solidFill>
                  <a:srgbClr val="FFFFFF"/>
                </a:solidFill>
                <a:latin typeface="Noto Sans KR"/>
                <a:ea typeface="Noto Sans KR"/>
                <a:cs typeface="Noto Sans KR"/>
              </a:defRPr>
            </a:lvl4pPr>
            <a:lvl5pPr>
              <a:defRPr sz="1725" b="1">
                <a:solidFill>
                  <a:srgbClr val="FFFFFF"/>
                </a:solidFill>
                <a:latin typeface="Noto Sans KR"/>
                <a:ea typeface="Noto Sans KR"/>
                <a:cs typeface="Noto Sans KR"/>
              </a:defRPr>
            </a:lvl5pPr>
            <a:lvl6pPr>
              <a:defRPr sz="1725" b="1">
                <a:solidFill>
                  <a:srgbClr val="FFFFFF"/>
                </a:solidFill>
                <a:latin typeface="Noto Sans KR"/>
                <a:ea typeface="Noto Sans KR"/>
                <a:cs typeface="Noto Sans KR"/>
              </a:defRPr>
            </a:lvl6pPr>
            <a:lvl7pPr>
              <a:defRPr sz="1725" b="1">
                <a:solidFill>
                  <a:srgbClr val="FFFFFF"/>
                </a:solidFill>
                <a:latin typeface="Noto Sans KR"/>
                <a:ea typeface="Noto Sans KR"/>
                <a:cs typeface="Noto Sans KR"/>
              </a:defRPr>
            </a:lvl7pPr>
            <a:lvl8pPr>
              <a:defRPr sz="1725" b="1">
                <a:solidFill>
                  <a:srgbClr val="FFFFFF"/>
                </a:solidFill>
                <a:latin typeface="Noto Sans KR"/>
                <a:ea typeface="Noto Sans KR"/>
                <a:cs typeface="Noto Sans KR"/>
              </a:defRPr>
            </a:lvl8pPr>
            <a:lvl9pPr>
              <a:defRPr sz="1725" b="1">
                <a:solidFill>
                  <a:srgbClr val="FFFFFF"/>
                </a:solidFill>
                <a:latin typeface="Noto Sans KR"/>
                <a:ea typeface="Noto Sans KR"/>
                <a:cs typeface="Noto Sans KR"/>
              </a:defRPr>
            </a:lvl9pPr>
          </a:lstStyle>
          <a:p xmlns:a="http://schemas.openxmlformats.org/drawingml/2006/main">
            <a:pPr>
              <a:defRPr sz="1725" b="1">
                <a:solidFill>
                  <a:srgbClr val="FFFFFF"/>
                </a:solidFill>
                <a:latin typeface="Noto Sans KR"/>
                <a:ea typeface="Noto Sans KR"/>
                <a:cs typeface="Noto Sans KR"/>
              </a:defRPr>
            </a:pPr>
            <a:r>
              <a:rPr sz="1725" b="1">
                <a:solidFill>
                  <a:srgbClr val="FFFFFF"/>
                </a:solidFill>
                <a:latin typeface="Noto Sans KR"/>
                <a:ea typeface="Noto Sans KR"/>
                <a:cs typeface="Noto Sans KR"/>
              </a:rPr>
              <a:t>화면 직접 써보기</a:t>
            </a:r>
          </a:p>
        </p:txBody>
      </p:sp>
      <p:sp>
        <p:nvSpPr>
          <p:cNvPr id="13" name="text-12">
            <a:extLst xmlns:a="http://schemas.openxmlformats.org/drawingml/2006/main">
              <a:ext uri="{FF2B5EF4-FFF2-40B4-BE49-F238E27FC236}">
                <a16:creationId xmlns:a16="http://schemas.microsoft.com/office/drawing/2014/main" id="{B8929C30-CAB8-41FE-BAF1-F2FC38502B3C}"/>
              </a:ext>
            </a:extLst>
          </p:cNvPr>
          <p:cNvSpPr>
            <a:spLocks xmlns:a="http://schemas.openxmlformats.org/drawingml/2006/main" noGrp="1"/>
          </p:cNvSpPr>
          <p:nvPr/>
        </p:nvSpPr>
        <p:spPr>
          <a:xfrm xmlns:a="http://schemas.openxmlformats.org/drawingml/2006/main">
            <a:off x="8362950" y="3228975"/>
            <a:ext cx="3048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2100" b="0">
                <a:solidFill>
                  <a:srgbClr val="183448"/>
                </a:solidFill>
                <a:latin typeface="Noto Sans KR"/>
                <a:ea typeface="Noto Sans KR"/>
                <a:cs typeface="Noto Sans KR"/>
              </a:defRPr>
            </a:defPPr>
            <a:lvl1pPr>
              <a:defRPr sz="2100" b="0">
                <a:solidFill>
                  <a:srgbClr val="183448"/>
                </a:solidFill>
                <a:latin typeface="Noto Sans KR"/>
                <a:ea typeface="Noto Sans KR"/>
                <a:cs typeface="Noto Sans KR"/>
              </a:defRPr>
            </a:lvl1pPr>
            <a:lvl2pPr>
              <a:defRPr sz="2100" b="0">
                <a:solidFill>
                  <a:srgbClr val="183448"/>
                </a:solidFill>
                <a:latin typeface="Noto Sans KR"/>
                <a:ea typeface="Noto Sans KR"/>
                <a:cs typeface="Noto Sans KR"/>
              </a:defRPr>
            </a:lvl2pPr>
            <a:lvl3pPr>
              <a:defRPr sz="2100" b="0">
                <a:solidFill>
                  <a:srgbClr val="183448"/>
                </a:solidFill>
                <a:latin typeface="Noto Sans KR"/>
                <a:ea typeface="Noto Sans KR"/>
                <a:cs typeface="Noto Sans KR"/>
              </a:defRPr>
            </a:lvl3pPr>
            <a:lvl4pPr>
              <a:defRPr sz="2100" b="0">
                <a:solidFill>
                  <a:srgbClr val="183448"/>
                </a:solidFill>
                <a:latin typeface="Noto Sans KR"/>
                <a:ea typeface="Noto Sans KR"/>
                <a:cs typeface="Noto Sans KR"/>
              </a:defRPr>
            </a:lvl4pPr>
            <a:lvl5pPr>
              <a:defRPr sz="2100" b="0">
                <a:solidFill>
                  <a:srgbClr val="183448"/>
                </a:solidFill>
                <a:latin typeface="Noto Sans KR"/>
                <a:ea typeface="Noto Sans KR"/>
                <a:cs typeface="Noto Sans KR"/>
              </a:defRPr>
            </a:lvl5pPr>
            <a:lvl6pPr>
              <a:defRPr sz="2100" b="0">
                <a:solidFill>
                  <a:srgbClr val="183448"/>
                </a:solidFill>
                <a:latin typeface="Noto Sans KR"/>
                <a:ea typeface="Noto Sans KR"/>
                <a:cs typeface="Noto Sans KR"/>
              </a:defRPr>
            </a:lvl6pPr>
            <a:lvl7pPr>
              <a:defRPr sz="2100" b="0">
                <a:solidFill>
                  <a:srgbClr val="183448"/>
                </a:solidFill>
                <a:latin typeface="Noto Sans KR"/>
                <a:ea typeface="Noto Sans KR"/>
                <a:cs typeface="Noto Sans KR"/>
              </a:defRPr>
            </a:lvl7pPr>
            <a:lvl8pPr>
              <a:defRPr sz="2100" b="0">
                <a:solidFill>
                  <a:srgbClr val="183448"/>
                </a:solidFill>
                <a:latin typeface="Noto Sans KR"/>
                <a:ea typeface="Noto Sans KR"/>
                <a:cs typeface="Noto Sans KR"/>
              </a:defRPr>
            </a:lvl8pPr>
            <a:lvl9pPr>
              <a:defRPr sz="2100" b="0">
                <a:solidFill>
                  <a:srgbClr val="183448"/>
                </a:solidFill>
                <a:latin typeface="Noto Sans KR"/>
                <a:ea typeface="Noto Sans KR"/>
                <a:cs typeface="Noto Sans KR"/>
              </a:defRPr>
            </a:lvl9pPr>
          </a:lstStyle>
          <a:p xmlns:a="http://schemas.openxmlformats.org/drawingml/2006/main">
            <a:pPr>
              <a:defRPr sz="2100" b="0">
                <a:solidFill>
                  <a:srgbClr val="183448"/>
                </a:solidFill>
                <a:latin typeface="Noto Sans KR"/>
                <a:ea typeface="Noto Sans KR"/>
                <a:cs typeface="Noto Sans KR"/>
              </a:defRPr>
            </a:pPr>
            <a:r>
              <a:rPr sz="2100" b="0">
                <a:solidFill>
                  <a:srgbClr val="183448"/>
                </a:solidFill>
                <a:latin typeface="Noto Sans KR"/>
                <a:ea typeface="Noto Sans KR"/>
                <a:cs typeface="Noto Sans KR"/>
              </a:rPr>
              <a:t>내 업무를 끝까지 처리</a:t>
            </a:r>
          </a:p>
          <a:p xmlns:a="http://schemas.openxmlformats.org/drawingml/2006/main">
            <a:pPr>
              <a:defRPr sz="2100" b="0">
                <a:solidFill>
                  <a:srgbClr val="183448"/>
                </a:solidFill>
                <a:latin typeface="Noto Sans KR"/>
                <a:ea typeface="Noto Sans KR"/>
                <a:cs typeface="Noto Sans KR"/>
              </a:defRPr>
            </a:pPr>
            <a:r>
              <a:rPr sz="2100" b="0">
                <a:solidFill>
                  <a:srgbClr val="183448"/>
                </a:solidFill>
                <a:latin typeface="Noto Sans KR"/>
                <a:ea typeface="Noto Sans KR"/>
                <a:cs typeface="Noto Sans KR"/>
              </a:rPr>
              <a:t>어려운 부분 수정</a:t>
            </a:r>
          </a:p>
        </p:txBody>
      </p:sp>
      <p:sp>
        <p:nvSpPr>
          <p:cNvPr id="14" name="text-13">
            <a:extLst xmlns:a="http://schemas.openxmlformats.org/drawingml/2006/main">
              <a:ext uri="{FF2B5EF4-FFF2-40B4-BE49-F238E27FC236}">
                <a16:creationId xmlns:a16="http://schemas.microsoft.com/office/drawing/2014/main" id="{92852457-D936-40E4-BDB3-21F113C89296}"/>
              </a:ext>
            </a:extLst>
          </p:cNvPr>
          <p:cNvSpPr>
            <a:spLocks xmlns:a="http://schemas.openxmlformats.org/drawingml/2006/main" noGrp="1"/>
          </p:cNvSpPr>
          <p:nvPr/>
        </p:nvSpPr>
        <p:spPr>
          <a:xfrm xmlns:a="http://schemas.openxmlformats.org/drawingml/2006/main">
            <a:off x="723900" y="5048250"/>
            <a:ext cx="1076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2475" b="1">
                <a:solidFill>
                  <a:srgbClr val="007F83"/>
                </a:solidFill>
                <a:latin typeface="Noto Sans KR"/>
                <a:ea typeface="Noto Sans KR"/>
                <a:cs typeface="Noto Sans KR"/>
              </a:defRPr>
            </a:defPPr>
            <a:lvl1pPr>
              <a:defRPr sz="2475" b="1">
                <a:solidFill>
                  <a:srgbClr val="007F83"/>
                </a:solidFill>
                <a:latin typeface="Noto Sans KR"/>
                <a:ea typeface="Noto Sans KR"/>
                <a:cs typeface="Noto Sans KR"/>
              </a:defRPr>
            </a:lvl1pPr>
            <a:lvl2pPr>
              <a:defRPr sz="2475" b="1">
                <a:solidFill>
                  <a:srgbClr val="007F83"/>
                </a:solidFill>
                <a:latin typeface="Noto Sans KR"/>
                <a:ea typeface="Noto Sans KR"/>
                <a:cs typeface="Noto Sans KR"/>
              </a:defRPr>
            </a:lvl2pPr>
            <a:lvl3pPr>
              <a:defRPr sz="2475" b="1">
                <a:solidFill>
                  <a:srgbClr val="007F83"/>
                </a:solidFill>
                <a:latin typeface="Noto Sans KR"/>
                <a:ea typeface="Noto Sans KR"/>
                <a:cs typeface="Noto Sans KR"/>
              </a:defRPr>
            </a:lvl3pPr>
            <a:lvl4pPr>
              <a:defRPr sz="2475" b="1">
                <a:solidFill>
                  <a:srgbClr val="007F83"/>
                </a:solidFill>
                <a:latin typeface="Noto Sans KR"/>
                <a:ea typeface="Noto Sans KR"/>
                <a:cs typeface="Noto Sans KR"/>
              </a:defRPr>
            </a:lvl4pPr>
            <a:lvl5pPr>
              <a:defRPr sz="2475" b="1">
                <a:solidFill>
                  <a:srgbClr val="007F83"/>
                </a:solidFill>
                <a:latin typeface="Noto Sans KR"/>
                <a:ea typeface="Noto Sans KR"/>
                <a:cs typeface="Noto Sans KR"/>
              </a:defRPr>
            </a:lvl5pPr>
            <a:lvl6pPr>
              <a:defRPr sz="2475" b="1">
                <a:solidFill>
                  <a:srgbClr val="007F83"/>
                </a:solidFill>
                <a:latin typeface="Noto Sans KR"/>
                <a:ea typeface="Noto Sans KR"/>
                <a:cs typeface="Noto Sans KR"/>
              </a:defRPr>
            </a:lvl6pPr>
            <a:lvl7pPr>
              <a:defRPr sz="2475" b="1">
                <a:solidFill>
                  <a:srgbClr val="007F83"/>
                </a:solidFill>
                <a:latin typeface="Noto Sans KR"/>
                <a:ea typeface="Noto Sans KR"/>
                <a:cs typeface="Noto Sans KR"/>
              </a:defRPr>
            </a:lvl7pPr>
            <a:lvl8pPr>
              <a:defRPr sz="2475" b="1">
                <a:solidFill>
                  <a:srgbClr val="007F83"/>
                </a:solidFill>
                <a:latin typeface="Noto Sans KR"/>
                <a:ea typeface="Noto Sans KR"/>
                <a:cs typeface="Noto Sans KR"/>
              </a:defRPr>
            </a:lvl8pPr>
            <a:lvl9pPr>
              <a:defRPr sz="2475" b="1">
                <a:solidFill>
                  <a:srgbClr val="007F83"/>
                </a:solidFill>
                <a:latin typeface="Noto Sans KR"/>
                <a:ea typeface="Noto Sans KR"/>
                <a:cs typeface="Noto Sans KR"/>
              </a:defRPr>
            </a:lvl9pPr>
          </a:lstStyle>
          <a:p xmlns:a="http://schemas.openxmlformats.org/drawingml/2006/main">
            <a:pPr>
              <a:defRPr sz="2475" b="1">
                <a:solidFill>
                  <a:srgbClr val="007F83"/>
                </a:solidFill>
                <a:latin typeface="Noto Sans KR"/>
                <a:ea typeface="Noto Sans KR"/>
                <a:cs typeface="Noto Sans KR"/>
              </a:defRPr>
            </a:pPr>
            <a:r>
              <a:rPr sz="2475" b="1">
                <a:solidFill>
                  <a:srgbClr val="007F83"/>
                </a:solidFill>
                <a:latin typeface="Noto Sans KR"/>
                <a:ea typeface="Noto Sans KR"/>
                <a:cs typeface="Noto Sans KR"/>
              </a:rPr>
              <a:t>직원의 경험과 의견이 시스템의 기준이 됩니다</a:t>
            </a:r>
          </a:p>
        </p:txBody>
      </p:sp>
      <p:sp>
        <p:nvSpPr>
          <p:cNvPr id="15" name="text-14">
            <a:extLst xmlns:a="http://schemas.openxmlformats.org/drawingml/2006/main">
              <a:ext uri="{FF2B5EF4-FFF2-40B4-BE49-F238E27FC236}">
                <a16:creationId xmlns:a16="http://schemas.microsoft.com/office/drawing/2014/main" id="{010B8584-0D90-4BF5-9C73-F8561D995443}"/>
              </a:ext>
            </a:extLst>
          </p:cNvPr>
          <p:cNvSpPr>
            <a:spLocks xmlns:a="http://schemas.openxmlformats.org/drawingml/2006/main" noGrp="1"/>
          </p:cNvSpPr>
          <p:nvPr/>
        </p:nvSpPr>
        <p:spPr>
          <a:xfrm xmlns:a="http://schemas.openxmlformats.org/drawingml/2006/main">
            <a:off x="628650" y="5829300"/>
            <a:ext cx="10839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350" b="0">
                <a:solidFill>
                  <a:srgbClr val="607481"/>
                </a:solidFill>
                <a:latin typeface="Noto Sans KR"/>
                <a:ea typeface="Noto Sans KR"/>
                <a:cs typeface="Noto Sans KR"/>
              </a:defRPr>
            </a:defPPr>
            <a:lvl1pPr>
              <a:defRPr sz="1350" b="0">
                <a:solidFill>
                  <a:srgbClr val="607481"/>
                </a:solidFill>
                <a:latin typeface="Noto Sans KR"/>
                <a:ea typeface="Noto Sans KR"/>
                <a:cs typeface="Noto Sans KR"/>
              </a:defRPr>
            </a:lvl1pPr>
            <a:lvl2pPr>
              <a:defRPr sz="1350" b="0">
                <a:solidFill>
                  <a:srgbClr val="607481"/>
                </a:solidFill>
                <a:latin typeface="Noto Sans KR"/>
                <a:ea typeface="Noto Sans KR"/>
                <a:cs typeface="Noto Sans KR"/>
              </a:defRPr>
            </a:lvl2pPr>
            <a:lvl3pPr>
              <a:defRPr sz="1350" b="0">
                <a:solidFill>
                  <a:srgbClr val="607481"/>
                </a:solidFill>
                <a:latin typeface="Noto Sans KR"/>
                <a:ea typeface="Noto Sans KR"/>
                <a:cs typeface="Noto Sans KR"/>
              </a:defRPr>
            </a:lvl3pPr>
            <a:lvl4pPr>
              <a:defRPr sz="1350" b="0">
                <a:solidFill>
                  <a:srgbClr val="607481"/>
                </a:solidFill>
                <a:latin typeface="Noto Sans KR"/>
                <a:ea typeface="Noto Sans KR"/>
                <a:cs typeface="Noto Sans KR"/>
              </a:defRPr>
            </a:lvl4pPr>
            <a:lvl5pPr>
              <a:defRPr sz="1350" b="0">
                <a:solidFill>
                  <a:srgbClr val="607481"/>
                </a:solidFill>
                <a:latin typeface="Noto Sans KR"/>
                <a:ea typeface="Noto Sans KR"/>
                <a:cs typeface="Noto Sans KR"/>
              </a:defRPr>
            </a:lvl5pPr>
            <a:lvl6pPr>
              <a:defRPr sz="1350" b="0">
                <a:solidFill>
                  <a:srgbClr val="607481"/>
                </a:solidFill>
                <a:latin typeface="Noto Sans KR"/>
                <a:ea typeface="Noto Sans KR"/>
                <a:cs typeface="Noto Sans KR"/>
              </a:defRPr>
            </a:lvl6pPr>
            <a:lvl7pPr>
              <a:defRPr sz="1350" b="0">
                <a:solidFill>
                  <a:srgbClr val="607481"/>
                </a:solidFill>
                <a:latin typeface="Noto Sans KR"/>
                <a:ea typeface="Noto Sans KR"/>
                <a:cs typeface="Noto Sans KR"/>
              </a:defRPr>
            </a:lvl7pPr>
            <a:lvl8pPr>
              <a:defRPr sz="1350" b="0">
                <a:solidFill>
                  <a:srgbClr val="607481"/>
                </a:solidFill>
                <a:latin typeface="Noto Sans KR"/>
                <a:ea typeface="Noto Sans KR"/>
                <a:cs typeface="Noto Sans KR"/>
              </a:defRPr>
            </a:lvl8pPr>
            <a:lvl9pPr>
              <a:defRPr sz="1350" b="0">
                <a:solidFill>
                  <a:srgbClr val="607481"/>
                </a:solidFill>
                <a:latin typeface="Noto Sans KR"/>
                <a:ea typeface="Noto Sans KR"/>
                <a:cs typeface="Noto Sans KR"/>
              </a:defRPr>
            </a:lvl9pPr>
          </a:lstStyle>
          <a:p xmlns:a="http://schemas.openxmlformats.org/drawingml/2006/main">
            <a:pPr>
              <a:defRPr sz="1350" b="0">
                <a:solidFill>
                  <a:srgbClr val="607481"/>
                </a:solidFill>
                <a:latin typeface="Noto Sans KR"/>
                <a:ea typeface="Noto Sans KR"/>
                <a:cs typeface="Noto Sans KR"/>
              </a:defRPr>
            </a:pPr>
            <a:r>
              <a:rPr sz="1350" b="0">
                <a:solidFill>
                  <a:srgbClr val="607481"/>
                </a:solidFill>
                <a:latin typeface="Noto Sans KR"/>
                <a:ea typeface="Noto Sans KR"/>
                <a:cs typeface="Noto Sans KR"/>
              </a:rPr>
              <a:t>부분 입고·납기 변경·불량·재작업 사례도 확인. 필요한 자료만 권한에 따라 열람·공유</a:t>
            </a:r>
          </a:p>
        </p:txBody>
      </p:sp>
      <p:sp>
        <p:nvSpPr>
          <p:cNvPr id="16" name="text-15">
            <a:extLst xmlns:a="http://schemas.openxmlformats.org/drawingml/2006/main">
              <a:ext uri="{FF2B5EF4-FFF2-40B4-BE49-F238E27FC236}">
                <a16:creationId xmlns:a16="http://schemas.microsoft.com/office/drawing/2014/main" id="{0678FE44-27C5-45C0-8C86-02693D302965}"/>
              </a:ext>
            </a:extLst>
          </p:cNvPr>
          <p:cNvSpPr>
            <a:spLocks xmlns:a="http://schemas.openxmlformats.org/drawingml/2006/main" noGrp="1"/>
          </p:cNvSpPr>
          <p:nvPr/>
        </p:nvSpPr>
        <p:spPr>
          <a:xfrm xmlns:a="http://schemas.openxmlformats.org/drawingml/2006/main">
            <a:off x="6810375" y="1238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275" b="1">
                <a:solidFill>
                  <a:srgbClr val="007F83"/>
                </a:solidFill>
                <a:latin typeface="Noto Sans KR"/>
                <a:ea typeface="Noto Sans KR"/>
                <a:cs typeface="Noto Sans KR"/>
              </a:defRPr>
            </a:defPPr>
            <a:lvl1pPr>
              <a:defRPr sz="1275" b="1">
                <a:solidFill>
                  <a:srgbClr val="007F83"/>
                </a:solidFill>
                <a:latin typeface="Noto Sans KR"/>
                <a:ea typeface="Noto Sans KR"/>
                <a:cs typeface="Noto Sans KR"/>
              </a:defRPr>
            </a:lvl1pPr>
            <a:lvl2pPr>
              <a:defRPr sz="1275" b="1">
                <a:solidFill>
                  <a:srgbClr val="007F83"/>
                </a:solidFill>
                <a:latin typeface="Noto Sans KR"/>
                <a:ea typeface="Noto Sans KR"/>
                <a:cs typeface="Noto Sans KR"/>
              </a:defRPr>
            </a:lvl2pPr>
            <a:lvl3pPr>
              <a:defRPr sz="1275" b="1">
                <a:solidFill>
                  <a:srgbClr val="007F83"/>
                </a:solidFill>
                <a:latin typeface="Noto Sans KR"/>
                <a:ea typeface="Noto Sans KR"/>
                <a:cs typeface="Noto Sans KR"/>
              </a:defRPr>
            </a:lvl3pPr>
            <a:lvl4pPr>
              <a:defRPr sz="1275" b="1">
                <a:solidFill>
                  <a:srgbClr val="007F83"/>
                </a:solidFill>
                <a:latin typeface="Noto Sans KR"/>
                <a:ea typeface="Noto Sans KR"/>
                <a:cs typeface="Noto Sans KR"/>
              </a:defRPr>
            </a:lvl4pPr>
            <a:lvl5pPr>
              <a:defRPr sz="1275" b="1">
                <a:solidFill>
                  <a:srgbClr val="007F83"/>
                </a:solidFill>
                <a:latin typeface="Noto Sans KR"/>
                <a:ea typeface="Noto Sans KR"/>
                <a:cs typeface="Noto Sans KR"/>
              </a:defRPr>
            </a:lvl5pPr>
            <a:lvl6pPr>
              <a:defRPr sz="1275" b="1">
                <a:solidFill>
                  <a:srgbClr val="007F83"/>
                </a:solidFill>
                <a:latin typeface="Noto Sans KR"/>
                <a:ea typeface="Noto Sans KR"/>
                <a:cs typeface="Noto Sans KR"/>
              </a:defRPr>
            </a:lvl6pPr>
            <a:lvl7pPr>
              <a:defRPr sz="1275" b="1">
                <a:solidFill>
                  <a:srgbClr val="007F83"/>
                </a:solidFill>
                <a:latin typeface="Noto Sans KR"/>
                <a:ea typeface="Noto Sans KR"/>
                <a:cs typeface="Noto Sans KR"/>
              </a:defRPr>
            </a:lvl7pPr>
            <a:lvl8pPr>
              <a:defRPr sz="1275" b="1">
                <a:solidFill>
                  <a:srgbClr val="007F83"/>
                </a:solidFill>
                <a:latin typeface="Noto Sans KR"/>
                <a:ea typeface="Noto Sans KR"/>
                <a:cs typeface="Noto Sans KR"/>
              </a:defRPr>
            </a:lvl8pPr>
            <a:lvl9pPr>
              <a:defRPr sz="1275" b="1">
                <a:solidFill>
                  <a:srgbClr val="007F83"/>
                </a:solidFill>
                <a:latin typeface="Noto Sans KR"/>
                <a:ea typeface="Noto Sans KR"/>
                <a:cs typeface="Noto Sans KR"/>
              </a:defRPr>
            </a:lvl9pPr>
          </a:lstStyle>
          <a:p xmlns:a="http://schemas.openxmlformats.org/drawingml/2006/main">
            <a:pPr>
              <a:defRPr sz="1275" b="1">
                <a:solidFill>
                  <a:srgbClr val="007F83"/>
                </a:solidFill>
                <a:latin typeface="Noto Sans KR"/>
                <a:ea typeface="Noto Sans KR"/>
                <a:cs typeface="Noto Sans KR"/>
              </a:defRPr>
            </a:pPr>
            <a:r>
              <a:rPr sz="1275" b="1">
                <a:solidFill>
                  <a:srgbClr val="007F83"/>
                </a:solidFill>
                <a:latin typeface="Noto Sans KR"/>
                <a:ea typeface="Noto Sans KR"/>
                <a:cs typeface="Noto Sans KR"/>
              </a:rPr>
              <a:t>함께 만드는 방법</a:t>
            </a:r>
          </a:p>
        </p:txBody>
      </p:sp>
      <p:sp>
        <p:nvSpPr>
          <p:cNvPr id="17" name="text-16">
            <a:extLst xmlns:a="http://schemas.openxmlformats.org/drawingml/2006/main">
              <a:ext uri="{FF2B5EF4-FFF2-40B4-BE49-F238E27FC236}">
                <a16:creationId xmlns:a16="http://schemas.microsoft.com/office/drawing/2014/main" id="{5D2BE278-91EC-46E0-B6F5-176B7F6C94C0}"/>
              </a:ext>
            </a:extLst>
          </p:cNvPr>
          <p:cNvSpPr>
            <a:spLocks xmlns:a="http://schemas.openxmlformats.org/drawingml/2006/main" noGrp="1"/>
          </p:cNvSpPr>
          <p:nvPr/>
        </p:nvSpPr>
        <p:spPr>
          <a:xfrm xmlns:a="http://schemas.openxmlformats.org/drawingml/2006/main">
            <a:off x="10382250" y="123825"/>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275" b="0">
                <a:solidFill>
                  <a:srgbClr val="607481"/>
                </a:solidFill>
                <a:latin typeface="Noto Sans KR"/>
                <a:ea typeface="Noto Sans KR"/>
                <a:cs typeface="Noto Sans KR"/>
              </a:defRPr>
            </a:defPPr>
            <a:lvl1pPr>
              <a:defRPr sz="1275" b="0">
                <a:solidFill>
                  <a:srgbClr val="607481"/>
                </a:solidFill>
                <a:latin typeface="Noto Sans KR"/>
                <a:ea typeface="Noto Sans KR"/>
                <a:cs typeface="Noto Sans KR"/>
              </a:defRPr>
            </a:lvl1pPr>
            <a:lvl2pPr>
              <a:defRPr sz="1275" b="0">
                <a:solidFill>
                  <a:srgbClr val="607481"/>
                </a:solidFill>
                <a:latin typeface="Noto Sans KR"/>
                <a:ea typeface="Noto Sans KR"/>
                <a:cs typeface="Noto Sans KR"/>
              </a:defRPr>
            </a:lvl2pPr>
            <a:lvl3pPr>
              <a:defRPr sz="1275" b="0">
                <a:solidFill>
                  <a:srgbClr val="607481"/>
                </a:solidFill>
                <a:latin typeface="Noto Sans KR"/>
                <a:ea typeface="Noto Sans KR"/>
                <a:cs typeface="Noto Sans KR"/>
              </a:defRPr>
            </a:lvl3pPr>
            <a:lvl4pPr>
              <a:defRPr sz="1275" b="0">
                <a:solidFill>
                  <a:srgbClr val="607481"/>
                </a:solidFill>
                <a:latin typeface="Noto Sans KR"/>
                <a:ea typeface="Noto Sans KR"/>
                <a:cs typeface="Noto Sans KR"/>
              </a:defRPr>
            </a:lvl4pPr>
            <a:lvl5pPr>
              <a:defRPr sz="1275" b="0">
                <a:solidFill>
                  <a:srgbClr val="607481"/>
                </a:solidFill>
                <a:latin typeface="Noto Sans KR"/>
                <a:ea typeface="Noto Sans KR"/>
                <a:cs typeface="Noto Sans KR"/>
              </a:defRPr>
            </a:lvl5pPr>
            <a:lvl6pPr>
              <a:defRPr sz="1275" b="0">
                <a:solidFill>
                  <a:srgbClr val="607481"/>
                </a:solidFill>
                <a:latin typeface="Noto Sans KR"/>
                <a:ea typeface="Noto Sans KR"/>
                <a:cs typeface="Noto Sans KR"/>
              </a:defRPr>
            </a:lvl6pPr>
            <a:lvl7pPr>
              <a:defRPr sz="1275" b="0">
                <a:solidFill>
                  <a:srgbClr val="607481"/>
                </a:solidFill>
                <a:latin typeface="Noto Sans KR"/>
                <a:ea typeface="Noto Sans KR"/>
                <a:cs typeface="Noto Sans KR"/>
              </a:defRPr>
            </a:lvl7pPr>
            <a:lvl8pPr>
              <a:defRPr sz="1275" b="0">
                <a:solidFill>
                  <a:srgbClr val="607481"/>
                </a:solidFill>
                <a:latin typeface="Noto Sans KR"/>
                <a:ea typeface="Noto Sans KR"/>
                <a:cs typeface="Noto Sans KR"/>
              </a:defRPr>
            </a:lvl8pPr>
            <a:lvl9pPr>
              <a:defRPr sz="1275" b="0">
                <a:solidFill>
                  <a:srgbClr val="607481"/>
                </a:solidFill>
                <a:latin typeface="Noto Sans KR"/>
                <a:ea typeface="Noto Sans KR"/>
                <a:cs typeface="Noto Sans KR"/>
              </a:defRPr>
            </a:lvl9pPr>
          </a:lstStyle>
          <a:p xmlns:a="http://schemas.openxmlformats.org/drawingml/2006/main">
            <a:pPr>
              <a:defRPr sz="1275" b="0">
                <a:solidFill>
                  <a:srgbClr val="607481"/>
                </a:solidFill>
                <a:latin typeface="Noto Sans KR"/>
                <a:ea typeface="Noto Sans KR"/>
                <a:cs typeface="Noto Sans KR"/>
              </a:defRPr>
            </a:pPr>
            <a:r>
              <a:rPr sz="1275" b="0">
                <a:solidFill>
                  <a:srgbClr val="607481"/>
                </a:solidFill>
                <a:latin typeface="Noto Sans KR"/>
                <a:ea typeface="Noto Sans KR"/>
                <a:cs typeface="Noto Sans KR"/>
              </a:rPr>
              <a:t>9 / 11쪽</a:t>
            </a:r>
          </a:p>
        </p:txBody>
      </p:sp>
    </p:spTree>
    <p:extLst>
      <p:ext uri="{BB962C8B-B14F-4D97-AF65-F5344CB8AC3E}">
        <p14:creationId xmlns:p14="http://schemas.microsoft.com/office/powerpoint/2010/main" val="15129507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0">
            <a:extLst xmlns:a="http://schemas.openxmlformats.org/drawingml/2006/main">
              <a:ext uri="{FF2B5EF4-FFF2-40B4-BE49-F238E27FC236}">
                <a16:creationId xmlns:a16="http://schemas.microsoft.com/office/drawing/2014/main" id="{A627FC76-C9BD-4E6C-9F97-902BE9110C85}"/>
              </a:ext>
            </a:extLst>
          </p:cNvPr>
          <p:cNvSpPr>
            <a:spLocks xmlns:a="http://schemas.openxmlformats.org/drawingml/2006/main" noGrp="1"/>
          </p:cNvSpPr>
          <p:nvPr/>
        </p:nvSpPr>
        <p:spPr>
          <a:xfrm xmlns:a="http://schemas.openxmlformats.org/drawingml/2006/main">
            <a:off x="609600" y="428625"/>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3000" b="1">
                <a:solidFill>
                  <a:srgbClr val="102B40"/>
                </a:solidFill>
                <a:latin typeface="Noto Sans KR"/>
                <a:ea typeface="Noto Sans KR"/>
                <a:cs typeface="Noto Sans KR"/>
              </a:defRPr>
            </a:defPPr>
            <a:lvl1pPr>
              <a:defRPr sz="3000" b="1">
                <a:solidFill>
                  <a:srgbClr val="102B40"/>
                </a:solidFill>
                <a:latin typeface="Noto Sans KR"/>
                <a:ea typeface="Noto Sans KR"/>
                <a:cs typeface="Noto Sans KR"/>
              </a:defRPr>
            </a:lvl1pPr>
            <a:lvl2pPr>
              <a:defRPr sz="3000" b="1">
                <a:solidFill>
                  <a:srgbClr val="102B40"/>
                </a:solidFill>
                <a:latin typeface="Noto Sans KR"/>
                <a:ea typeface="Noto Sans KR"/>
                <a:cs typeface="Noto Sans KR"/>
              </a:defRPr>
            </a:lvl2pPr>
            <a:lvl3pPr>
              <a:defRPr sz="3000" b="1">
                <a:solidFill>
                  <a:srgbClr val="102B40"/>
                </a:solidFill>
                <a:latin typeface="Noto Sans KR"/>
                <a:ea typeface="Noto Sans KR"/>
                <a:cs typeface="Noto Sans KR"/>
              </a:defRPr>
            </a:lvl3pPr>
            <a:lvl4pPr>
              <a:defRPr sz="3000" b="1">
                <a:solidFill>
                  <a:srgbClr val="102B40"/>
                </a:solidFill>
                <a:latin typeface="Noto Sans KR"/>
                <a:ea typeface="Noto Sans KR"/>
                <a:cs typeface="Noto Sans KR"/>
              </a:defRPr>
            </a:lvl4pPr>
            <a:lvl5pPr>
              <a:defRPr sz="3000" b="1">
                <a:solidFill>
                  <a:srgbClr val="102B40"/>
                </a:solidFill>
                <a:latin typeface="Noto Sans KR"/>
                <a:ea typeface="Noto Sans KR"/>
                <a:cs typeface="Noto Sans KR"/>
              </a:defRPr>
            </a:lvl5pPr>
            <a:lvl6pPr>
              <a:defRPr sz="3000" b="1">
                <a:solidFill>
                  <a:srgbClr val="102B40"/>
                </a:solidFill>
                <a:latin typeface="Noto Sans KR"/>
                <a:ea typeface="Noto Sans KR"/>
                <a:cs typeface="Noto Sans KR"/>
              </a:defRPr>
            </a:lvl6pPr>
            <a:lvl7pPr>
              <a:defRPr sz="3000" b="1">
                <a:solidFill>
                  <a:srgbClr val="102B40"/>
                </a:solidFill>
                <a:latin typeface="Noto Sans KR"/>
                <a:ea typeface="Noto Sans KR"/>
                <a:cs typeface="Noto Sans KR"/>
              </a:defRPr>
            </a:lvl7pPr>
            <a:lvl8pPr>
              <a:defRPr sz="3000" b="1">
                <a:solidFill>
                  <a:srgbClr val="102B40"/>
                </a:solidFill>
                <a:latin typeface="Noto Sans KR"/>
                <a:ea typeface="Noto Sans KR"/>
                <a:cs typeface="Noto Sans KR"/>
              </a:defRPr>
            </a:lvl8pPr>
            <a:lvl9pPr>
              <a:defRPr sz="3000" b="1">
                <a:solidFill>
                  <a:srgbClr val="102B40"/>
                </a:solidFill>
                <a:latin typeface="Noto Sans KR"/>
                <a:ea typeface="Noto Sans KR"/>
                <a:cs typeface="Noto Sans KR"/>
              </a:defRPr>
            </a:lvl9pPr>
          </a:lstStyle>
          <a:p xmlns:a="http://schemas.openxmlformats.org/drawingml/2006/main">
            <a:pPr>
              <a:defRPr sz="3000" b="1">
                <a:solidFill>
                  <a:srgbClr val="102B40"/>
                </a:solidFill>
                <a:latin typeface="Noto Sans KR"/>
                <a:ea typeface="Noto Sans KR"/>
                <a:cs typeface="Noto Sans KR"/>
              </a:defRPr>
            </a:pPr>
            <a:r>
              <a:rPr sz="3000" b="1">
                <a:solidFill>
                  <a:srgbClr val="102B40"/>
                </a:solidFill>
                <a:latin typeface="Noto Sans KR"/>
                <a:ea typeface="Noto Sans KR"/>
                <a:cs typeface="Noto Sans KR"/>
              </a:rPr>
              <a:t>6개월 동안 만들고, 현장에서 확인합니다</a:t>
            </a:r>
          </a:p>
        </p:txBody>
      </p:sp>
      <p:sp>
        <p:nvSpPr>
          <p:cNvPr id="2" name="text-1">
            <a:extLst xmlns:a="http://schemas.openxmlformats.org/drawingml/2006/main">
              <a:ext uri="{FF2B5EF4-FFF2-40B4-BE49-F238E27FC236}">
                <a16:creationId xmlns:a16="http://schemas.microsoft.com/office/drawing/2014/main" id="{169E4776-9B7E-4645-B1C8-C841070F756B}"/>
              </a:ext>
            </a:extLst>
          </p:cNvPr>
          <p:cNvSpPr>
            <a:spLocks xmlns:a="http://schemas.openxmlformats.org/drawingml/2006/main" noGrp="1"/>
          </p:cNvSpPr>
          <p:nvPr/>
        </p:nvSpPr>
        <p:spPr>
          <a:xfrm xmlns:a="http://schemas.openxmlformats.org/drawingml/2006/main">
            <a:off x="628650" y="1133475"/>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650" b="0">
                <a:solidFill>
                  <a:srgbClr val="607481"/>
                </a:solidFill>
                <a:latin typeface="Noto Sans KR"/>
                <a:ea typeface="Noto Sans KR"/>
                <a:cs typeface="Noto Sans KR"/>
              </a:defRPr>
            </a:defPPr>
            <a:lvl1pPr>
              <a:defRPr sz="1650" b="0">
                <a:solidFill>
                  <a:srgbClr val="607481"/>
                </a:solidFill>
                <a:latin typeface="Noto Sans KR"/>
                <a:ea typeface="Noto Sans KR"/>
                <a:cs typeface="Noto Sans KR"/>
              </a:defRPr>
            </a:lvl1pPr>
            <a:lvl2pPr>
              <a:defRPr sz="1650" b="0">
                <a:solidFill>
                  <a:srgbClr val="607481"/>
                </a:solidFill>
                <a:latin typeface="Noto Sans KR"/>
                <a:ea typeface="Noto Sans KR"/>
                <a:cs typeface="Noto Sans KR"/>
              </a:defRPr>
            </a:lvl2pPr>
            <a:lvl3pPr>
              <a:defRPr sz="1650" b="0">
                <a:solidFill>
                  <a:srgbClr val="607481"/>
                </a:solidFill>
                <a:latin typeface="Noto Sans KR"/>
                <a:ea typeface="Noto Sans KR"/>
                <a:cs typeface="Noto Sans KR"/>
              </a:defRPr>
            </a:lvl3pPr>
            <a:lvl4pPr>
              <a:defRPr sz="1650" b="0">
                <a:solidFill>
                  <a:srgbClr val="607481"/>
                </a:solidFill>
                <a:latin typeface="Noto Sans KR"/>
                <a:ea typeface="Noto Sans KR"/>
                <a:cs typeface="Noto Sans KR"/>
              </a:defRPr>
            </a:lvl4pPr>
            <a:lvl5pPr>
              <a:defRPr sz="1650" b="0">
                <a:solidFill>
                  <a:srgbClr val="607481"/>
                </a:solidFill>
                <a:latin typeface="Noto Sans KR"/>
                <a:ea typeface="Noto Sans KR"/>
                <a:cs typeface="Noto Sans KR"/>
              </a:defRPr>
            </a:lvl5pPr>
            <a:lvl6pPr>
              <a:defRPr sz="1650" b="0">
                <a:solidFill>
                  <a:srgbClr val="607481"/>
                </a:solidFill>
                <a:latin typeface="Noto Sans KR"/>
                <a:ea typeface="Noto Sans KR"/>
                <a:cs typeface="Noto Sans KR"/>
              </a:defRPr>
            </a:lvl6pPr>
            <a:lvl7pPr>
              <a:defRPr sz="1650" b="0">
                <a:solidFill>
                  <a:srgbClr val="607481"/>
                </a:solidFill>
                <a:latin typeface="Noto Sans KR"/>
                <a:ea typeface="Noto Sans KR"/>
                <a:cs typeface="Noto Sans KR"/>
              </a:defRPr>
            </a:lvl7pPr>
            <a:lvl8pPr>
              <a:defRPr sz="1650" b="0">
                <a:solidFill>
                  <a:srgbClr val="607481"/>
                </a:solidFill>
                <a:latin typeface="Noto Sans KR"/>
                <a:ea typeface="Noto Sans KR"/>
                <a:cs typeface="Noto Sans KR"/>
              </a:defRPr>
            </a:lvl8pPr>
            <a:lvl9pPr>
              <a:defRPr sz="1650" b="0">
                <a:solidFill>
                  <a:srgbClr val="607481"/>
                </a:solidFill>
                <a:latin typeface="Noto Sans KR"/>
                <a:ea typeface="Noto Sans KR"/>
                <a:cs typeface="Noto Sans KR"/>
              </a:defRPr>
            </a:lvl9pPr>
          </a:lstStyle>
          <a:p xmlns:a="http://schemas.openxmlformats.org/drawingml/2006/main">
            <a:pPr>
              <a:defRPr sz="1650" b="0">
                <a:solidFill>
                  <a:srgbClr val="607481"/>
                </a:solidFill>
                <a:latin typeface="Noto Sans KR"/>
                <a:ea typeface="Noto Sans KR"/>
                <a:cs typeface="Noto Sans KR"/>
              </a:defRPr>
            </a:pPr>
            <a:r>
              <a:rPr sz="1650" b="0">
                <a:solidFill>
                  <a:srgbClr val="607481"/>
                </a:solidFill>
                <a:latin typeface="Noto Sans KR"/>
                <a:ea typeface="Noto Sans KR"/>
                <a:cs typeface="Noto Sans KR"/>
              </a:rPr>
              <a:t>핵심 기능 개발과 시범운영을 목표로 단계별로 점검</a:t>
            </a:r>
          </a:p>
        </p:txBody>
      </p:sp>
      <p:sp>
        <p:nvSpPr>
          <p:cNvPr id="3" name="text-2">
            <a:extLst xmlns:a="http://schemas.openxmlformats.org/drawingml/2006/main">
              <a:ext uri="{FF2B5EF4-FFF2-40B4-BE49-F238E27FC236}">
                <a16:creationId xmlns:a16="http://schemas.microsoft.com/office/drawing/2014/main" id="{3D05527A-D201-4FCE-AB8F-B4BE4DB76B49}"/>
              </a:ext>
            </a:extLst>
          </p:cNvPr>
          <p:cNvSpPr>
            <a:spLocks xmlns:a="http://schemas.openxmlformats.org/drawingml/2006/main" noGrp="1"/>
          </p:cNvSpPr>
          <p:nvPr/>
        </p:nvSpPr>
        <p:spPr>
          <a:xfrm xmlns:a="http://schemas.openxmlformats.org/drawingml/2006/main">
            <a:off x="723900" y="1971675"/>
            <a:ext cx="2428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2400" b="1">
                <a:solidFill>
                  <a:srgbClr val="007F83"/>
                </a:solidFill>
                <a:latin typeface="Noto Sans KR"/>
                <a:ea typeface="Noto Sans KR"/>
                <a:cs typeface="Noto Sans KR"/>
              </a:defRPr>
            </a:defPPr>
            <a:lvl1pPr>
              <a:defRPr sz="2400" b="1">
                <a:solidFill>
                  <a:srgbClr val="007F83"/>
                </a:solidFill>
                <a:latin typeface="Noto Sans KR"/>
                <a:ea typeface="Noto Sans KR"/>
                <a:cs typeface="Noto Sans KR"/>
              </a:defRPr>
            </a:lvl1pPr>
            <a:lvl2pPr>
              <a:defRPr sz="2400" b="1">
                <a:solidFill>
                  <a:srgbClr val="007F83"/>
                </a:solidFill>
                <a:latin typeface="Noto Sans KR"/>
                <a:ea typeface="Noto Sans KR"/>
                <a:cs typeface="Noto Sans KR"/>
              </a:defRPr>
            </a:lvl2pPr>
            <a:lvl3pPr>
              <a:defRPr sz="2400" b="1">
                <a:solidFill>
                  <a:srgbClr val="007F83"/>
                </a:solidFill>
                <a:latin typeface="Noto Sans KR"/>
                <a:ea typeface="Noto Sans KR"/>
                <a:cs typeface="Noto Sans KR"/>
              </a:defRPr>
            </a:lvl3pPr>
            <a:lvl4pPr>
              <a:defRPr sz="2400" b="1">
                <a:solidFill>
                  <a:srgbClr val="007F83"/>
                </a:solidFill>
                <a:latin typeface="Noto Sans KR"/>
                <a:ea typeface="Noto Sans KR"/>
                <a:cs typeface="Noto Sans KR"/>
              </a:defRPr>
            </a:lvl4pPr>
            <a:lvl5pPr>
              <a:defRPr sz="2400" b="1">
                <a:solidFill>
                  <a:srgbClr val="007F83"/>
                </a:solidFill>
                <a:latin typeface="Noto Sans KR"/>
                <a:ea typeface="Noto Sans KR"/>
                <a:cs typeface="Noto Sans KR"/>
              </a:defRPr>
            </a:lvl5pPr>
            <a:lvl6pPr>
              <a:defRPr sz="2400" b="1">
                <a:solidFill>
                  <a:srgbClr val="007F83"/>
                </a:solidFill>
                <a:latin typeface="Noto Sans KR"/>
                <a:ea typeface="Noto Sans KR"/>
                <a:cs typeface="Noto Sans KR"/>
              </a:defRPr>
            </a:lvl6pPr>
            <a:lvl7pPr>
              <a:defRPr sz="2400" b="1">
                <a:solidFill>
                  <a:srgbClr val="007F83"/>
                </a:solidFill>
                <a:latin typeface="Noto Sans KR"/>
                <a:ea typeface="Noto Sans KR"/>
                <a:cs typeface="Noto Sans KR"/>
              </a:defRPr>
            </a:lvl7pPr>
            <a:lvl8pPr>
              <a:defRPr sz="2400" b="1">
                <a:solidFill>
                  <a:srgbClr val="007F83"/>
                </a:solidFill>
                <a:latin typeface="Noto Sans KR"/>
                <a:ea typeface="Noto Sans KR"/>
                <a:cs typeface="Noto Sans KR"/>
              </a:defRPr>
            </a:lvl8pPr>
            <a:lvl9pPr>
              <a:defRPr sz="2400" b="1">
                <a:solidFill>
                  <a:srgbClr val="007F83"/>
                </a:solidFill>
                <a:latin typeface="Noto Sans KR"/>
                <a:ea typeface="Noto Sans KR"/>
                <a:cs typeface="Noto Sans KR"/>
              </a:defRPr>
            </a:lvl9pPr>
          </a:lstStyle>
          <a:p xmlns:a="http://schemas.openxmlformats.org/drawingml/2006/main">
            <a:pPr>
              <a:defRPr sz="2400" b="1">
                <a:solidFill>
                  <a:srgbClr val="007F83"/>
                </a:solidFill>
                <a:latin typeface="Noto Sans KR"/>
                <a:ea typeface="Noto Sans KR"/>
                <a:cs typeface="Noto Sans KR"/>
              </a:defRPr>
            </a:pPr>
            <a:r>
              <a:rPr sz="2400" b="1">
                <a:solidFill>
                  <a:srgbClr val="007F83"/>
                </a:solidFill>
                <a:latin typeface="Noto Sans KR"/>
                <a:ea typeface="Noto Sans KR"/>
                <a:cs typeface="Noto Sans KR"/>
              </a:rPr>
              <a:t>1개월차</a:t>
            </a:r>
          </a:p>
        </p:txBody>
      </p:sp>
      <p:sp>
        <p:nvSpPr>
          <p:cNvPr id="4" name="">
            <a:extLst xmlns:a="http://schemas.openxmlformats.org/drawingml/2006/main">
              <a:ext uri="{FF2B5EF4-FFF2-40B4-BE49-F238E27FC236}">
                <a16:creationId xmlns:a16="http://schemas.microsoft.com/office/drawing/2014/main" id="{8762BABF-E9C1-45DA-A7DA-29290E835695}"/>
              </a:ext>
            </a:extLst>
          </p:cNvPr>
          <p:cNvSpPr>
            <a:spLocks xmlns:a="http://schemas.openxmlformats.org/drawingml/2006/main" noGrp="1"/>
          </p:cNvSpPr>
          <p:nvPr/>
        </p:nvSpPr>
        <p:spPr>
          <a:xfrm xmlns:a="http://schemas.openxmlformats.org/drawingml/2006/main">
            <a:off x="723900" y="2667000"/>
            <a:ext cx="2419350" cy="114300"/>
          </a:xfrm>
          <a:prstGeom xmlns:a="http://schemas.openxmlformats.org/drawingml/2006/main" prst="rect">
            <a:avLst/>
          </a:prstGeom>
          <a:solidFill xmlns:a="http://schemas.openxmlformats.org/drawingml/2006/main">
            <a:srgbClr val="007F83"/>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F7BB56DC-3A60-441E-865C-1ABDE74517AC}"/>
              </a:ext>
            </a:extLst>
          </p:cNvPr>
          <p:cNvSpPr>
            <a:spLocks xmlns:a="http://schemas.openxmlformats.org/drawingml/2006/main" noGrp="1"/>
          </p:cNvSpPr>
          <p:nvPr/>
        </p:nvSpPr>
        <p:spPr>
          <a:xfrm xmlns:a="http://schemas.openxmlformats.org/drawingml/2006/main">
            <a:off x="723900" y="3133725"/>
            <a:ext cx="2457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2175" b="1">
                <a:solidFill>
                  <a:srgbClr val="102B40"/>
                </a:solidFill>
                <a:latin typeface="Noto Sans KR"/>
                <a:ea typeface="Noto Sans KR"/>
                <a:cs typeface="Noto Sans KR"/>
              </a:defRPr>
            </a:defPPr>
            <a:lvl1pPr>
              <a:defRPr sz="2175" b="1">
                <a:solidFill>
                  <a:srgbClr val="102B40"/>
                </a:solidFill>
                <a:latin typeface="Noto Sans KR"/>
                <a:ea typeface="Noto Sans KR"/>
                <a:cs typeface="Noto Sans KR"/>
              </a:defRPr>
            </a:lvl1pPr>
            <a:lvl2pPr>
              <a:defRPr sz="2175" b="1">
                <a:solidFill>
                  <a:srgbClr val="102B40"/>
                </a:solidFill>
                <a:latin typeface="Noto Sans KR"/>
                <a:ea typeface="Noto Sans KR"/>
                <a:cs typeface="Noto Sans KR"/>
              </a:defRPr>
            </a:lvl2pPr>
            <a:lvl3pPr>
              <a:defRPr sz="2175" b="1">
                <a:solidFill>
                  <a:srgbClr val="102B40"/>
                </a:solidFill>
                <a:latin typeface="Noto Sans KR"/>
                <a:ea typeface="Noto Sans KR"/>
                <a:cs typeface="Noto Sans KR"/>
              </a:defRPr>
            </a:lvl3pPr>
            <a:lvl4pPr>
              <a:defRPr sz="2175" b="1">
                <a:solidFill>
                  <a:srgbClr val="102B40"/>
                </a:solidFill>
                <a:latin typeface="Noto Sans KR"/>
                <a:ea typeface="Noto Sans KR"/>
                <a:cs typeface="Noto Sans KR"/>
              </a:defRPr>
            </a:lvl4pPr>
            <a:lvl5pPr>
              <a:defRPr sz="2175" b="1">
                <a:solidFill>
                  <a:srgbClr val="102B40"/>
                </a:solidFill>
                <a:latin typeface="Noto Sans KR"/>
                <a:ea typeface="Noto Sans KR"/>
                <a:cs typeface="Noto Sans KR"/>
              </a:defRPr>
            </a:lvl5pPr>
            <a:lvl6pPr>
              <a:defRPr sz="2175" b="1">
                <a:solidFill>
                  <a:srgbClr val="102B40"/>
                </a:solidFill>
                <a:latin typeface="Noto Sans KR"/>
                <a:ea typeface="Noto Sans KR"/>
                <a:cs typeface="Noto Sans KR"/>
              </a:defRPr>
            </a:lvl6pPr>
            <a:lvl7pPr>
              <a:defRPr sz="2175" b="1">
                <a:solidFill>
                  <a:srgbClr val="102B40"/>
                </a:solidFill>
                <a:latin typeface="Noto Sans KR"/>
                <a:ea typeface="Noto Sans KR"/>
                <a:cs typeface="Noto Sans KR"/>
              </a:defRPr>
            </a:lvl7pPr>
            <a:lvl8pPr>
              <a:defRPr sz="2175" b="1">
                <a:solidFill>
                  <a:srgbClr val="102B40"/>
                </a:solidFill>
                <a:latin typeface="Noto Sans KR"/>
                <a:ea typeface="Noto Sans KR"/>
                <a:cs typeface="Noto Sans KR"/>
              </a:defRPr>
            </a:lvl8pPr>
            <a:lvl9pPr>
              <a:defRPr sz="2175" b="1">
                <a:solidFill>
                  <a:srgbClr val="102B40"/>
                </a:solidFill>
                <a:latin typeface="Noto Sans KR"/>
                <a:ea typeface="Noto Sans KR"/>
                <a:cs typeface="Noto Sans KR"/>
              </a:defRPr>
            </a:lvl9pPr>
          </a:lstStyle>
          <a:p xmlns:a="http://schemas.openxmlformats.org/drawingml/2006/main">
            <a:pPr>
              <a:defRPr sz="2175" b="1">
                <a:solidFill>
                  <a:srgbClr val="102B40"/>
                </a:solidFill>
                <a:latin typeface="Noto Sans KR"/>
                <a:ea typeface="Noto Sans KR"/>
                <a:cs typeface="Noto Sans KR"/>
              </a:defRPr>
            </a:pPr>
            <a:r>
              <a:rPr sz="2175" b="1">
                <a:solidFill>
                  <a:srgbClr val="102B40"/>
                </a:solidFill>
                <a:latin typeface="Noto Sans KR"/>
                <a:ea typeface="Noto Sans KR"/>
                <a:cs typeface="Noto Sans KR"/>
              </a:rPr>
              <a:t>업무·자료 확인</a:t>
            </a:r>
          </a:p>
        </p:txBody>
      </p:sp>
      <p:sp>
        <p:nvSpPr>
          <p:cNvPr id="6" name="text-5">
            <a:extLst xmlns:a="http://schemas.openxmlformats.org/drawingml/2006/main">
              <a:ext uri="{FF2B5EF4-FFF2-40B4-BE49-F238E27FC236}">
                <a16:creationId xmlns:a16="http://schemas.microsoft.com/office/drawing/2014/main" id="{BE80D824-47A3-4099-A6BE-CE5CEF5609D0}"/>
              </a:ext>
            </a:extLst>
          </p:cNvPr>
          <p:cNvSpPr>
            <a:spLocks xmlns:a="http://schemas.openxmlformats.org/drawingml/2006/main" noGrp="1"/>
          </p:cNvSpPr>
          <p:nvPr/>
        </p:nvSpPr>
        <p:spPr>
          <a:xfrm xmlns:a="http://schemas.openxmlformats.org/drawingml/2006/main">
            <a:off x="723900" y="3962400"/>
            <a:ext cx="24574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875" b="0">
                <a:solidFill>
                  <a:srgbClr val="183448"/>
                </a:solidFill>
                <a:latin typeface="Noto Sans KR"/>
                <a:ea typeface="Noto Sans KR"/>
                <a:cs typeface="Noto Sans KR"/>
              </a:defRPr>
            </a:defPPr>
            <a:lvl1pPr>
              <a:defRPr sz="1875" b="0">
                <a:solidFill>
                  <a:srgbClr val="183448"/>
                </a:solidFill>
                <a:latin typeface="Noto Sans KR"/>
                <a:ea typeface="Noto Sans KR"/>
                <a:cs typeface="Noto Sans KR"/>
              </a:defRPr>
            </a:lvl1pPr>
            <a:lvl2pPr>
              <a:defRPr sz="1875" b="0">
                <a:solidFill>
                  <a:srgbClr val="183448"/>
                </a:solidFill>
                <a:latin typeface="Noto Sans KR"/>
                <a:ea typeface="Noto Sans KR"/>
                <a:cs typeface="Noto Sans KR"/>
              </a:defRPr>
            </a:lvl2pPr>
            <a:lvl3pPr>
              <a:defRPr sz="1875" b="0">
                <a:solidFill>
                  <a:srgbClr val="183448"/>
                </a:solidFill>
                <a:latin typeface="Noto Sans KR"/>
                <a:ea typeface="Noto Sans KR"/>
                <a:cs typeface="Noto Sans KR"/>
              </a:defRPr>
            </a:lvl3pPr>
            <a:lvl4pPr>
              <a:defRPr sz="1875" b="0">
                <a:solidFill>
                  <a:srgbClr val="183448"/>
                </a:solidFill>
                <a:latin typeface="Noto Sans KR"/>
                <a:ea typeface="Noto Sans KR"/>
                <a:cs typeface="Noto Sans KR"/>
              </a:defRPr>
            </a:lvl4pPr>
            <a:lvl5pPr>
              <a:defRPr sz="1875" b="0">
                <a:solidFill>
                  <a:srgbClr val="183448"/>
                </a:solidFill>
                <a:latin typeface="Noto Sans KR"/>
                <a:ea typeface="Noto Sans KR"/>
                <a:cs typeface="Noto Sans KR"/>
              </a:defRPr>
            </a:lvl5pPr>
            <a:lvl6pPr>
              <a:defRPr sz="1875" b="0">
                <a:solidFill>
                  <a:srgbClr val="183448"/>
                </a:solidFill>
                <a:latin typeface="Noto Sans KR"/>
                <a:ea typeface="Noto Sans KR"/>
                <a:cs typeface="Noto Sans KR"/>
              </a:defRPr>
            </a:lvl6pPr>
            <a:lvl7pPr>
              <a:defRPr sz="1875" b="0">
                <a:solidFill>
                  <a:srgbClr val="183448"/>
                </a:solidFill>
                <a:latin typeface="Noto Sans KR"/>
                <a:ea typeface="Noto Sans KR"/>
                <a:cs typeface="Noto Sans KR"/>
              </a:defRPr>
            </a:lvl7pPr>
            <a:lvl8pPr>
              <a:defRPr sz="1875" b="0">
                <a:solidFill>
                  <a:srgbClr val="183448"/>
                </a:solidFill>
                <a:latin typeface="Noto Sans KR"/>
                <a:ea typeface="Noto Sans KR"/>
                <a:cs typeface="Noto Sans KR"/>
              </a:defRPr>
            </a:lvl8pPr>
            <a:lvl9pPr>
              <a:defRPr sz="1875" b="0">
                <a:solidFill>
                  <a:srgbClr val="183448"/>
                </a:solidFill>
                <a:latin typeface="Noto Sans KR"/>
                <a:ea typeface="Noto Sans KR"/>
                <a:cs typeface="Noto Sans KR"/>
              </a:defRPr>
            </a:lvl9pPr>
          </a:lstStyle>
          <a:p xmlns:a="http://schemas.openxmlformats.org/drawingml/2006/main">
            <a:pPr>
              <a:defRPr sz="1875" b="0">
                <a:solidFill>
                  <a:srgbClr val="183448"/>
                </a:solidFill>
                <a:latin typeface="Noto Sans KR"/>
                <a:ea typeface="Noto Sans KR"/>
                <a:cs typeface="Noto Sans KR"/>
              </a:defRPr>
            </a:pPr>
            <a:r>
              <a:rPr sz="1875" b="0">
                <a:solidFill>
                  <a:srgbClr val="183448"/>
                </a:solidFill>
                <a:latin typeface="Noto Sans KR"/>
                <a:ea typeface="Noto Sans KR"/>
                <a:cs typeface="Noto Sans KR"/>
              </a:rPr>
              <a:t>기준과 범위 합의</a:t>
            </a:r>
          </a:p>
        </p:txBody>
      </p:sp>
      <p:sp>
        <p:nvSpPr>
          <p:cNvPr id="7" name="text-6">
            <a:extLst xmlns:a="http://schemas.openxmlformats.org/drawingml/2006/main">
              <a:ext uri="{FF2B5EF4-FFF2-40B4-BE49-F238E27FC236}">
                <a16:creationId xmlns:a16="http://schemas.microsoft.com/office/drawing/2014/main" id="{0180EFDE-84CA-4FE5-A36C-3350C3AA9CB7}"/>
              </a:ext>
            </a:extLst>
          </p:cNvPr>
          <p:cNvSpPr>
            <a:spLocks xmlns:a="http://schemas.openxmlformats.org/drawingml/2006/main" noGrp="1"/>
          </p:cNvSpPr>
          <p:nvPr/>
        </p:nvSpPr>
        <p:spPr>
          <a:xfrm xmlns:a="http://schemas.openxmlformats.org/drawingml/2006/main">
            <a:off x="3486150" y="1971675"/>
            <a:ext cx="2428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2400" b="1">
                <a:solidFill>
                  <a:srgbClr val="007F83"/>
                </a:solidFill>
                <a:latin typeface="Noto Sans KR"/>
                <a:ea typeface="Noto Sans KR"/>
                <a:cs typeface="Noto Sans KR"/>
              </a:defRPr>
            </a:defPPr>
            <a:lvl1pPr>
              <a:defRPr sz="2400" b="1">
                <a:solidFill>
                  <a:srgbClr val="007F83"/>
                </a:solidFill>
                <a:latin typeface="Noto Sans KR"/>
                <a:ea typeface="Noto Sans KR"/>
                <a:cs typeface="Noto Sans KR"/>
              </a:defRPr>
            </a:lvl1pPr>
            <a:lvl2pPr>
              <a:defRPr sz="2400" b="1">
                <a:solidFill>
                  <a:srgbClr val="007F83"/>
                </a:solidFill>
                <a:latin typeface="Noto Sans KR"/>
                <a:ea typeface="Noto Sans KR"/>
                <a:cs typeface="Noto Sans KR"/>
              </a:defRPr>
            </a:lvl2pPr>
            <a:lvl3pPr>
              <a:defRPr sz="2400" b="1">
                <a:solidFill>
                  <a:srgbClr val="007F83"/>
                </a:solidFill>
                <a:latin typeface="Noto Sans KR"/>
                <a:ea typeface="Noto Sans KR"/>
                <a:cs typeface="Noto Sans KR"/>
              </a:defRPr>
            </a:lvl3pPr>
            <a:lvl4pPr>
              <a:defRPr sz="2400" b="1">
                <a:solidFill>
                  <a:srgbClr val="007F83"/>
                </a:solidFill>
                <a:latin typeface="Noto Sans KR"/>
                <a:ea typeface="Noto Sans KR"/>
                <a:cs typeface="Noto Sans KR"/>
              </a:defRPr>
            </a:lvl4pPr>
            <a:lvl5pPr>
              <a:defRPr sz="2400" b="1">
                <a:solidFill>
                  <a:srgbClr val="007F83"/>
                </a:solidFill>
                <a:latin typeface="Noto Sans KR"/>
                <a:ea typeface="Noto Sans KR"/>
                <a:cs typeface="Noto Sans KR"/>
              </a:defRPr>
            </a:lvl5pPr>
            <a:lvl6pPr>
              <a:defRPr sz="2400" b="1">
                <a:solidFill>
                  <a:srgbClr val="007F83"/>
                </a:solidFill>
                <a:latin typeface="Noto Sans KR"/>
                <a:ea typeface="Noto Sans KR"/>
                <a:cs typeface="Noto Sans KR"/>
              </a:defRPr>
            </a:lvl6pPr>
            <a:lvl7pPr>
              <a:defRPr sz="2400" b="1">
                <a:solidFill>
                  <a:srgbClr val="007F83"/>
                </a:solidFill>
                <a:latin typeface="Noto Sans KR"/>
                <a:ea typeface="Noto Sans KR"/>
                <a:cs typeface="Noto Sans KR"/>
              </a:defRPr>
            </a:lvl7pPr>
            <a:lvl8pPr>
              <a:defRPr sz="2400" b="1">
                <a:solidFill>
                  <a:srgbClr val="007F83"/>
                </a:solidFill>
                <a:latin typeface="Noto Sans KR"/>
                <a:ea typeface="Noto Sans KR"/>
                <a:cs typeface="Noto Sans KR"/>
              </a:defRPr>
            </a:lvl8pPr>
            <a:lvl9pPr>
              <a:defRPr sz="2400" b="1">
                <a:solidFill>
                  <a:srgbClr val="007F83"/>
                </a:solidFill>
                <a:latin typeface="Noto Sans KR"/>
                <a:ea typeface="Noto Sans KR"/>
                <a:cs typeface="Noto Sans KR"/>
              </a:defRPr>
            </a:lvl9pPr>
          </a:lstStyle>
          <a:p xmlns:a="http://schemas.openxmlformats.org/drawingml/2006/main">
            <a:pPr>
              <a:defRPr sz="2400" b="1">
                <a:solidFill>
                  <a:srgbClr val="007F83"/>
                </a:solidFill>
                <a:latin typeface="Noto Sans KR"/>
                <a:ea typeface="Noto Sans KR"/>
                <a:cs typeface="Noto Sans KR"/>
              </a:defRPr>
            </a:pPr>
            <a:r>
              <a:rPr sz="2400" b="1">
                <a:solidFill>
                  <a:srgbClr val="007F83"/>
                </a:solidFill>
                <a:latin typeface="Noto Sans KR"/>
                <a:ea typeface="Noto Sans KR"/>
                <a:cs typeface="Noto Sans KR"/>
              </a:rPr>
              <a:t>2–3개월차</a:t>
            </a:r>
          </a:p>
        </p:txBody>
      </p:sp>
      <p:sp>
        <p:nvSpPr>
          <p:cNvPr id="8" name="">
            <a:extLst xmlns:a="http://schemas.openxmlformats.org/drawingml/2006/main">
              <a:ext uri="{FF2B5EF4-FFF2-40B4-BE49-F238E27FC236}">
                <a16:creationId xmlns:a16="http://schemas.microsoft.com/office/drawing/2014/main" id="{3DCCDC32-251F-4EAE-A09C-194EB46A0CFC}"/>
              </a:ext>
            </a:extLst>
          </p:cNvPr>
          <p:cNvSpPr>
            <a:spLocks xmlns:a="http://schemas.openxmlformats.org/drawingml/2006/main" noGrp="1"/>
          </p:cNvSpPr>
          <p:nvPr/>
        </p:nvSpPr>
        <p:spPr>
          <a:xfrm xmlns:a="http://schemas.openxmlformats.org/drawingml/2006/main">
            <a:off x="3486150" y="2667000"/>
            <a:ext cx="2419350" cy="114300"/>
          </a:xfrm>
          <a:prstGeom xmlns:a="http://schemas.openxmlformats.org/drawingml/2006/main" prst="rect">
            <a:avLst/>
          </a:prstGeom>
          <a:solidFill xmlns:a="http://schemas.openxmlformats.org/drawingml/2006/main">
            <a:srgbClr val="007F83"/>
          </a:solidFill>
          <a:ln xmlns:a="http://schemas.openxmlformats.org/drawingml/2006/main" w="0">
            <a:noFill/>
            <a:prstDash val="solid"/>
          </a:ln>
        </p:spPr>
      </p:sp>
      <p:sp>
        <p:nvSpPr>
          <p:cNvPr id="9" name="text-8">
            <a:extLst xmlns:a="http://schemas.openxmlformats.org/drawingml/2006/main">
              <a:ext uri="{FF2B5EF4-FFF2-40B4-BE49-F238E27FC236}">
                <a16:creationId xmlns:a16="http://schemas.microsoft.com/office/drawing/2014/main" id="{E8B6382A-4E95-4B3B-A6F3-2C2FD8D53232}"/>
              </a:ext>
            </a:extLst>
          </p:cNvPr>
          <p:cNvSpPr>
            <a:spLocks xmlns:a="http://schemas.openxmlformats.org/drawingml/2006/main" noGrp="1"/>
          </p:cNvSpPr>
          <p:nvPr/>
        </p:nvSpPr>
        <p:spPr>
          <a:xfrm xmlns:a="http://schemas.openxmlformats.org/drawingml/2006/main">
            <a:off x="3486150" y="3133725"/>
            <a:ext cx="2457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2175" b="1">
                <a:solidFill>
                  <a:srgbClr val="102B40"/>
                </a:solidFill>
                <a:latin typeface="Noto Sans KR"/>
                <a:ea typeface="Noto Sans KR"/>
                <a:cs typeface="Noto Sans KR"/>
              </a:defRPr>
            </a:defPPr>
            <a:lvl1pPr>
              <a:defRPr sz="2175" b="1">
                <a:solidFill>
                  <a:srgbClr val="102B40"/>
                </a:solidFill>
                <a:latin typeface="Noto Sans KR"/>
                <a:ea typeface="Noto Sans KR"/>
                <a:cs typeface="Noto Sans KR"/>
              </a:defRPr>
            </a:lvl1pPr>
            <a:lvl2pPr>
              <a:defRPr sz="2175" b="1">
                <a:solidFill>
                  <a:srgbClr val="102B40"/>
                </a:solidFill>
                <a:latin typeface="Noto Sans KR"/>
                <a:ea typeface="Noto Sans KR"/>
                <a:cs typeface="Noto Sans KR"/>
              </a:defRPr>
            </a:lvl2pPr>
            <a:lvl3pPr>
              <a:defRPr sz="2175" b="1">
                <a:solidFill>
                  <a:srgbClr val="102B40"/>
                </a:solidFill>
                <a:latin typeface="Noto Sans KR"/>
                <a:ea typeface="Noto Sans KR"/>
                <a:cs typeface="Noto Sans KR"/>
              </a:defRPr>
            </a:lvl3pPr>
            <a:lvl4pPr>
              <a:defRPr sz="2175" b="1">
                <a:solidFill>
                  <a:srgbClr val="102B40"/>
                </a:solidFill>
                <a:latin typeface="Noto Sans KR"/>
                <a:ea typeface="Noto Sans KR"/>
                <a:cs typeface="Noto Sans KR"/>
              </a:defRPr>
            </a:lvl4pPr>
            <a:lvl5pPr>
              <a:defRPr sz="2175" b="1">
                <a:solidFill>
                  <a:srgbClr val="102B40"/>
                </a:solidFill>
                <a:latin typeface="Noto Sans KR"/>
                <a:ea typeface="Noto Sans KR"/>
                <a:cs typeface="Noto Sans KR"/>
              </a:defRPr>
            </a:lvl5pPr>
            <a:lvl6pPr>
              <a:defRPr sz="2175" b="1">
                <a:solidFill>
                  <a:srgbClr val="102B40"/>
                </a:solidFill>
                <a:latin typeface="Noto Sans KR"/>
                <a:ea typeface="Noto Sans KR"/>
                <a:cs typeface="Noto Sans KR"/>
              </a:defRPr>
            </a:lvl6pPr>
            <a:lvl7pPr>
              <a:defRPr sz="2175" b="1">
                <a:solidFill>
                  <a:srgbClr val="102B40"/>
                </a:solidFill>
                <a:latin typeface="Noto Sans KR"/>
                <a:ea typeface="Noto Sans KR"/>
                <a:cs typeface="Noto Sans KR"/>
              </a:defRPr>
            </a:lvl7pPr>
            <a:lvl8pPr>
              <a:defRPr sz="2175" b="1">
                <a:solidFill>
                  <a:srgbClr val="102B40"/>
                </a:solidFill>
                <a:latin typeface="Noto Sans KR"/>
                <a:ea typeface="Noto Sans KR"/>
                <a:cs typeface="Noto Sans KR"/>
              </a:defRPr>
            </a:lvl8pPr>
            <a:lvl9pPr>
              <a:defRPr sz="2175" b="1">
                <a:solidFill>
                  <a:srgbClr val="102B40"/>
                </a:solidFill>
                <a:latin typeface="Noto Sans KR"/>
                <a:ea typeface="Noto Sans KR"/>
                <a:cs typeface="Noto Sans KR"/>
              </a:defRPr>
            </a:lvl9pPr>
          </a:lstStyle>
          <a:p xmlns:a="http://schemas.openxmlformats.org/drawingml/2006/main">
            <a:pPr>
              <a:defRPr sz="2175" b="1">
                <a:solidFill>
                  <a:srgbClr val="102B40"/>
                </a:solidFill>
                <a:latin typeface="Noto Sans KR"/>
                <a:ea typeface="Noto Sans KR"/>
                <a:cs typeface="Noto Sans KR"/>
              </a:defRPr>
            </a:pPr>
            <a:r>
              <a:rPr sz="2175" b="1">
                <a:solidFill>
                  <a:srgbClr val="102B40"/>
                </a:solidFill>
                <a:latin typeface="Noto Sans KR"/>
                <a:ea typeface="Noto Sans KR"/>
                <a:cs typeface="Noto Sans KR"/>
              </a:rPr>
              <a:t>핵심 화면 개발</a:t>
            </a:r>
          </a:p>
        </p:txBody>
      </p:sp>
      <p:sp>
        <p:nvSpPr>
          <p:cNvPr id="10" name="text-9">
            <a:extLst xmlns:a="http://schemas.openxmlformats.org/drawingml/2006/main">
              <a:ext uri="{FF2B5EF4-FFF2-40B4-BE49-F238E27FC236}">
                <a16:creationId xmlns:a16="http://schemas.microsoft.com/office/drawing/2014/main" id="{1BEBA545-5AA3-45F2-94F9-23F27C3FD9A8}"/>
              </a:ext>
            </a:extLst>
          </p:cNvPr>
          <p:cNvSpPr>
            <a:spLocks xmlns:a="http://schemas.openxmlformats.org/drawingml/2006/main" noGrp="1"/>
          </p:cNvSpPr>
          <p:nvPr/>
        </p:nvSpPr>
        <p:spPr>
          <a:xfrm xmlns:a="http://schemas.openxmlformats.org/drawingml/2006/main">
            <a:off x="3486150" y="3962400"/>
            <a:ext cx="24574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875" b="0">
                <a:solidFill>
                  <a:srgbClr val="183448"/>
                </a:solidFill>
                <a:latin typeface="Noto Sans KR"/>
                <a:ea typeface="Noto Sans KR"/>
                <a:cs typeface="Noto Sans KR"/>
              </a:defRPr>
            </a:defPPr>
            <a:lvl1pPr>
              <a:defRPr sz="1875" b="0">
                <a:solidFill>
                  <a:srgbClr val="183448"/>
                </a:solidFill>
                <a:latin typeface="Noto Sans KR"/>
                <a:ea typeface="Noto Sans KR"/>
                <a:cs typeface="Noto Sans KR"/>
              </a:defRPr>
            </a:lvl1pPr>
            <a:lvl2pPr>
              <a:defRPr sz="1875" b="0">
                <a:solidFill>
                  <a:srgbClr val="183448"/>
                </a:solidFill>
                <a:latin typeface="Noto Sans KR"/>
                <a:ea typeface="Noto Sans KR"/>
                <a:cs typeface="Noto Sans KR"/>
              </a:defRPr>
            </a:lvl2pPr>
            <a:lvl3pPr>
              <a:defRPr sz="1875" b="0">
                <a:solidFill>
                  <a:srgbClr val="183448"/>
                </a:solidFill>
                <a:latin typeface="Noto Sans KR"/>
                <a:ea typeface="Noto Sans KR"/>
                <a:cs typeface="Noto Sans KR"/>
              </a:defRPr>
            </a:lvl3pPr>
            <a:lvl4pPr>
              <a:defRPr sz="1875" b="0">
                <a:solidFill>
                  <a:srgbClr val="183448"/>
                </a:solidFill>
                <a:latin typeface="Noto Sans KR"/>
                <a:ea typeface="Noto Sans KR"/>
                <a:cs typeface="Noto Sans KR"/>
              </a:defRPr>
            </a:lvl4pPr>
            <a:lvl5pPr>
              <a:defRPr sz="1875" b="0">
                <a:solidFill>
                  <a:srgbClr val="183448"/>
                </a:solidFill>
                <a:latin typeface="Noto Sans KR"/>
                <a:ea typeface="Noto Sans KR"/>
                <a:cs typeface="Noto Sans KR"/>
              </a:defRPr>
            </a:lvl5pPr>
            <a:lvl6pPr>
              <a:defRPr sz="1875" b="0">
                <a:solidFill>
                  <a:srgbClr val="183448"/>
                </a:solidFill>
                <a:latin typeface="Noto Sans KR"/>
                <a:ea typeface="Noto Sans KR"/>
                <a:cs typeface="Noto Sans KR"/>
              </a:defRPr>
            </a:lvl6pPr>
            <a:lvl7pPr>
              <a:defRPr sz="1875" b="0">
                <a:solidFill>
                  <a:srgbClr val="183448"/>
                </a:solidFill>
                <a:latin typeface="Noto Sans KR"/>
                <a:ea typeface="Noto Sans KR"/>
                <a:cs typeface="Noto Sans KR"/>
              </a:defRPr>
            </a:lvl7pPr>
            <a:lvl8pPr>
              <a:defRPr sz="1875" b="0">
                <a:solidFill>
                  <a:srgbClr val="183448"/>
                </a:solidFill>
                <a:latin typeface="Noto Sans KR"/>
                <a:ea typeface="Noto Sans KR"/>
                <a:cs typeface="Noto Sans KR"/>
              </a:defRPr>
            </a:lvl8pPr>
            <a:lvl9pPr>
              <a:defRPr sz="1875" b="0">
                <a:solidFill>
                  <a:srgbClr val="183448"/>
                </a:solidFill>
                <a:latin typeface="Noto Sans KR"/>
                <a:ea typeface="Noto Sans KR"/>
                <a:cs typeface="Noto Sans KR"/>
              </a:defRPr>
            </a:lvl9pPr>
          </a:lstStyle>
          <a:p xmlns:a="http://schemas.openxmlformats.org/drawingml/2006/main">
            <a:pPr>
              <a:defRPr sz="1875" b="0">
                <a:solidFill>
                  <a:srgbClr val="183448"/>
                </a:solidFill>
                <a:latin typeface="Noto Sans KR"/>
                <a:ea typeface="Noto Sans KR"/>
                <a:cs typeface="Noto Sans KR"/>
              </a:defRPr>
            </a:pPr>
            <a:r>
              <a:rPr sz="1875" b="0">
                <a:solidFill>
                  <a:srgbClr val="183448"/>
                </a:solidFill>
                <a:latin typeface="Noto Sans KR"/>
                <a:ea typeface="Noto Sans KR"/>
                <a:cs typeface="Noto Sans KR"/>
              </a:rPr>
              <a:t>수주·작업·품질 연결</a:t>
            </a:r>
          </a:p>
        </p:txBody>
      </p:sp>
      <p:sp>
        <p:nvSpPr>
          <p:cNvPr id="11" name="text-10">
            <a:extLst xmlns:a="http://schemas.openxmlformats.org/drawingml/2006/main">
              <a:ext uri="{FF2B5EF4-FFF2-40B4-BE49-F238E27FC236}">
                <a16:creationId xmlns:a16="http://schemas.microsoft.com/office/drawing/2014/main" id="{53D7C78F-B6F5-4C07-8028-6DD60983D77C}"/>
              </a:ext>
            </a:extLst>
          </p:cNvPr>
          <p:cNvSpPr>
            <a:spLocks xmlns:a="http://schemas.openxmlformats.org/drawingml/2006/main" noGrp="1"/>
          </p:cNvSpPr>
          <p:nvPr/>
        </p:nvSpPr>
        <p:spPr>
          <a:xfrm xmlns:a="http://schemas.openxmlformats.org/drawingml/2006/main">
            <a:off x="6248400" y="1971675"/>
            <a:ext cx="2428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2400" b="1">
                <a:solidFill>
                  <a:srgbClr val="007F83"/>
                </a:solidFill>
                <a:latin typeface="Noto Sans KR"/>
                <a:ea typeface="Noto Sans KR"/>
                <a:cs typeface="Noto Sans KR"/>
              </a:defRPr>
            </a:defPPr>
            <a:lvl1pPr>
              <a:defRPr sz="2400" b="1">
                <a:solidFill>
                  <a:srgbClr val="007F83"/>
                </a:solidFill>
                <a:latin typeface="Noto Sans KR"/>
                <a:ea typeface="Noto Sans KR"/>
                <a:cs typeface="Noto Sans KR"/>
              </a:defRPr>
            </a:lvl1pPr>
            <a:lvl2pPr>
              <a:defRPr sz="2400" b="1">
                <a:solidFill>
                  <a:srgbClr val="007F83"/>
                </a:solidFill>
                <a:latin typeface="Noto Sans KR"/>
                <a:ea typeface="Noto Sans KR"/>
                <a:cs typeface="Noto Sans KR"/>
              </a:defRPr>
            </a:lvl2pPr>
            <a:lvl3pPr>
              <a:defRPr sz="2400" b="1">
                <a:solidFill>
                  <a:srgbClr val="007F83"/>
                </a:solidFill>
                <a:latin typeface="Noto Sans KR"/>
                <a:ea typeface="Noto Sans KR"/>
                <a:cs typeface="Noto Sans KR"/>
              </a:defRPr>
            </a:lvl3pPr>
            <a:lvl4pPr>
              <a:defRPr sz="2400" b="1">
                <a:solidFill>
                  <a:srgbClr val="007F83"/>
                </a:solidFill>
                <a:latin typeface="Noto Sans KR"/>
                <a:ea typeface="Noto Sans KR"/>
                <a:cs typeface="Noto Sans KR"/>
              </a:defRPr>
            </a:lvl4pPr>
            <a:lvl5pPr>
              <a:defRPr sz="2400" b="1">
                <a:solidFill>
                  <a:srgbClr val="007F83"/>
                </a:solidFill>
                <a:latin typeface="Noto Sans KR"/>
                <a:ea typeface="Noto Sans KR"/>
                <a:cs typeface="Noto Sans KR"/>
              </a:defRPr>
            </a:lvl5pPr>
            <a:lvl6pPr>
              <a:defRPr sz="2400" b="1">
                <a:solidFill>
                  <a:srgbClr val="007F83"/>
                </a:solidFill>
                <a:latin typeface="Noto Sans KR"/>
                <a:ea typeface="Noto Sans KR"/>
                <a:cs typeface="Noto Sans KR"/>
              </a:defRPr>
            </a:lvl6pPr>
            <a:lvl7pPr>
              <a:defRPr sz="2400" b="1">
                <a:solidFill>
                  <a:srgbClr val="007F83"/>
                </a:solidFill>
                <a:latin typeface="Noto Sans KR"/>
                <a:ea typeface="Noto Sans KR"/>
                <a:cs typeface="Noto Sans KR"/>
              </a:defRPr>
            </a:lvl7pPr>
            <a:lvl8pPr>
              <a:defRPr sz="2400" b="1">
                <a:solidFill>
                  <a:srgbClr val="007F83"/>
                </a:solidFill>
                <a:latin typeface="Noto Sans KR"/>
                <a:ea typeface="Noto Sans KR"/>
                <a:cs typeface="Noto Sans KR"/>
              </a:defRPr>
            </a:lvl8pPr>
            <a:lvl9pPr>
              <a:defRPr sz="2400" b="1">
                <a:solidFill>
                  <a:srgbClr val="007F83"/>
                </a:solidFill>
                <a:latin typeface="Noto Sans KR"/>
                <a:ea typeface="Noto Sans KR"/>
                <a:cs typeface="Noto Sans KR"/>
              </a:defRPr>
            </a:lvl9pPr>
          </a:lstStyle>
          <a:p xmlns:a="http://schemas.openxmlformats.org/drawingml/2006/main">
            <a:pPr>
              <a:defRPr sz="2400" b="1">
                <a:solidFill>
                  <a:srgbClr val="007F83"/>
                </a:solidFill>
                <a:latin typeface="Noto Sans KR"/>
                <a:ea typeface="Noto Sans KR"/>
                <a:cs typeface="Noto Sans KR"/>
              </a:defRPr>
            </a:pPr>
            <a:r>
              <a:rPr sz="2400" b="1">
                <a:solidFill>
                  <a:srgbClr val="007F83"/>
                </a:solidFill>
                <a:latin typeface="Noto Sans KR"/>
                <a:ea typeface="Noto Sans KR"/>
                <a:cs typeface="Noto Sans KR"/>
              </a:rPr>
              <a:t>4–5개월차</a:t>
            </a:r>
          </a:p>
        </p:txBody>
      </p:sp>
      <p:sp>
        <p:nvSpPr>
          <p:cNvPr id="12" name="">
            <a:extLst xmlns:a="http://schemas.openxmlformats.org/drawingml/2006/main">
              <a:ext uri="{FF2B5EF4-FFF2-40B4-BE49-F238E27FC236}">
                <a16:creationId xmlns:a16="http://schemas.microsoft.com/office/drawing/2014/main" id="{AD676C06-BF1C-4BA3-A19F-75FFD7483802}"/>
              </a:ext>
            </a:extLst>
          </p:cNvPr>
          <p:cNvSpPr>
            <a:spLocks xmlns:a="http://schemas.openxmlformats.org/drawingml/2006/main" noGrp="1"/>
          </p:cNvSpPr>
          <p:nvPr/>
        </p:nvSpPr>
        <p:spPr>
          <a:xfrm xmlns:a="http://schemas.openxmlformats.org/drawingml/2006/main">
            <a:off x="6248400" y="2667000"/>
            <a:ext cx="2419350" cy="114300"/>
          </a:xfrm>
          <a:prstGeom xmlns:a="http://schemas.openxmlformats.org/drawingml/2006/main" prst="rect">
            <a:avLst/>
          </a:prstGeom>
          <a:solidFill xmlns:a="http://schemas.openxmlformats.org/drawingml/2006/main">
            <a:srgbClr val="007F83"/>
          </a:solidFill>
          <a:ln xmlns:a="http://schemas.openxmlformats.org/drawingml/2006/main" w="0">
            <a:noFill/>
            <a:prstDash val="solid"/>
          </a:ln>
        </p:spPr>
      </p:sp>
      <p:sp>
        <p:nvSpPr>
          <p:cNvPr id="13" name="text-12">
            <a:extLst xmlns:a="http://schemas.openxmlformats.org/drawingml/2006/main">
              <a:ext uri="{FF2B5EF4-FFF2-40B4-BE49-F238E27FC236}">
                <a16:creationId xmlns:a16="http://schemas.microsoft.com/office/drawing/2014/main" id="{CACC44E8-BC34-4F61-B9AB-6E8260C48085}"/>
              </a:ext>
            </a:extLst>
          </p:cNvPr>
          <p:cNvSpPr>
            <a:spLocks xmlns:a="http://schemas.openxmlformats.org/drawingml/2006/main" noGrp="1"/>
          </p:cNvSpPr>
          <p:nvPr/>
        </p:nvSpPr>
        <p:spPr>
          <a:xfrm xmlns:a="http://schemas.openxmlformats.org/drawingml/2006/main">
            <a:off x="6248400" y="3133725"/>
            <a:ext cx="2457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2175" b="1">
                <a:solidFill>
                  <a:srgbClr val="102B40"/>
                </a:solidFill>
                <a:latin typeface="Noto Sans KR"/>
                <a:ea typeface="Noto Sans KR"/>
                <a:cs typeface="Noto Sans KR"/>
              </a:defRPr>
            </a:defPPr>
            <a:lvl1pPr>
              <a:defRPr sz="2175" b="1">
                <a:solidFill>
                  <a:srgbClr val="102B40"/>
                </a:solidFill>
                <a:latin typeface="Noto Sans KR"/>
                <a:ea typeface="Noto Sans KR"/>
                <a:cs typeface="Noto Sans KR"/>
              </a:defRPr>
            </a:lvl1pPr>
            <a:lvl2pPr>
              <a:defRPr sz="2175" b="1">
                <a:solidFill>
                  <a:srgbClr val="102B40"/>
                </a:solidFill>
                <a:latin typeface="Noto Sans KR"/>
                <a:ea typeface="Noto Sans KR"/>
                <a:cs typeface="Noto Sans KR"/>
              </a:defRPr>
            </a:lvl2pPr>
            <a:lvl3pPr>
              <a:defRPr sz="2175" b="1">
                <a:solidFill>
                  <a:srgbClr val="102B40"/>
                </a:solidFill>
                <a:latin typeface="Noto Sans KR"/>
                <a:ea typeface="Noto Sans KR"/>
                <a:cs typeface="Noto Sans KR"/>
              </a:defRPr>
            </a:lvl3pPr>
            <a:lvl4pPr>
              <a:defRPr sz="2175" b="1">
                <a:solidFill>
                  <a:srgbClr val="102B40"/>
                </a:solidFill>
                <a:latin typeface="Noto Sans KR"/>
                <a:ea typeface="Noto Sans KR"/>
                <a:cs typeface="Noto Sans KR"/>
              </a:defRPr>
            </a:lvl4pPr>
            <a:lvl5pPr>
              <a:defRPr sz="2175" b="1">
                <a:solidFill>
                  <a:srgbClr val="102B40"/>
                </a:solidFill>
                <a:latin typeface="Noto Sans KR"/>
                <a:ea typeface="Noto Sans KR"/>
                <a:cs typeface="Noto Sans KR"/>
              </a:defRPr>
            </a:lvl5pPr>
            <a:lvl6pPr>
              <a:defRPr sz="2175" b="1">
                <a:solidFill>
                  <a:srgbClr val="102B40"/>
                </a:solidFill>
                <a:latin typeface="Noto Sans KR"/>
                <a:ea typeface="Noto Sans KR"/>
                <a:cs typeface="Noto Sans KR"/>
              </a:defRPr>
            </a:lvl6pPr>
            <a:lvl7pPr>
              <a:defRPr sz="2175" b="1">
                <a:solidFill>
                  <a:srgbClr val="102B40"/>
                </a:solidFill>
                <a:latin typeface="Noto Sans KR"/>
                <a:ea typeface="Noto Sans KR"/>
                <a:cs typeface="Noto Sans KR"/>
              </a:defRPr>
            </a:lvl7pPr>
            <a:lvl8pPr>
              <a:defRPr sz="2175" b="1">
                <a:solidFill>
                  <a:srgbClr val="102B40"/>
                </a:solidFill>
                <a:latin typeface="Noto Sans KR"/>
                <a:ea typeface="Noto Sans KR"/>
                <a:cs typeface="Noto Sans KR"/>
              </a:defRPr>
            </a:lvl8pPr>
            <a:lvl9pPr>
              <a:defRPr sz="2175" b="1">
                <a:solidFill>
                  <a:srgbClr val="102B40"/>
                </a:solidFill>
                <a:latin typeface="Noto Sans KR"/>
                <a:ea typeface="Noto Sans KR"/>
                <a:cs typeface="Noto Sans KR"/>
              </a:defRPr>
            </a:lvl9pPr>
          </a:lstStyle>
          <a:p xmlns:a="http://schemas.openxmlformats.org/drawingml/2006/main">
            <a:pPr>
              <a:defRPr sz="2175" b="1">
                <a:solidFill>
                  <a:srgbClr val="102B40"/>
                </a:solidFill>
                <a:latin typeface="Noto Sans KR"/>
                <a:ea typeface="Noto Sans KR"/>
                <a:cs typeface="Noto Sans KR"/>
              </a:defRPr>
            </a:pPr>
            <a:r>
              <a:rPr sz="2175" b="1">
                <a:solidFill>
                  <a:srgbClr val="102B40"/>
                </a:solidFill>
                <a:latin typeface="Noto Sans KR"/>
                <a:ea typeface="Noto Sans KR"/>
                <a:cs typeface="Noto Sans KR"/>
              </a:rPr>
              <a:t>업무 연결·시험</a:t>
            </a:r>
          </a:p>
        </p:txBody>
      </p:sp>
      <p:sp>
        <p:nvSpPr>
          <p:cNvPr id="14" name="text-13">
            <a:extLst xmlns:a="http://schemas.openxmlformats.org/drawingml/2006/main">
              <a:ext uri="{FF2B5EF4-FFF2-40B4-BE49-F238E27FC236}">
                <a16:creationId xmlns:a16="http://schemas.microsoft.com/office/drawing/2014/main" id="{E3546F11-0C9C-4E05-9A8C-1333BDD4493E}"/>
              </a:ext>
            </a:extLst>
          </p:cNvPr>
          <p:cNvSpPr>
            <a:spLocks xmlns:a="http://schemas.openxmlformats.org/drawingml/2006/main" noGrp="1"/>
          </p:cNvSpPr>
          <p:nvPr/>
        </p:nvSpPr>
        <p:spPr>
          <a:xfrm xmlns:a="http://schemas.openxmlformats.org/drawingml/2006/main">
            <a:off x="6248400" y="3962400"/>
            <a:ext cx="24574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875" b="0">
                <a:solidFill>
                  <a:srgbClr val="183448"/>
                </a:solidFill>
                <a:latin typeface="Noto Sans KR"/>
                <a:ea typeface="Noto Sans KR"/>
                <a:cs typeface="Noto Sans KR"/>
              </a:defRPr>
            </a:defPPr>
            <a:lvl1pPr>
              <a:defRPr sz="1875" b="0">
                <a:solidFill>
                  <a:srgbClr val="183448"/>
                </a:solidFill>
                <a:latin typeface="Noto Sans KR"/>
                <a:ea typeface="Noto Sans KR"/>
                <a:cs typeface="Noto Sans KR"/>
              </a:defRPr>
            </a:lvl1pPr>
            <a:lvl2pPr>
              <a:defRPr sz="1875" b="0">
                <a:solidFill>
                  <a:srgbClr val="183448"/>
                </a:solidFill>
                <a:latin typeface="Noto Sans KR"/>
                <a:ea typeface="Noto Sans KR"/>
                <a:cs typeface="Noto Sans KR"/>
              </a:defRPr>
            </a:lvl2pPr>
            <a:lvl3pPr>
              <a:defRPr sz="1875" b="0">
                <a:solidFill>
                  <a:srgbClr val="183448"/>
                </a:solidFill>
                <a:latin typeface="Noto Sans KR"/>
                <a:ea typeface="Noto Sans KR"/>
                <a:cs typeface="Noto Sans KR"/>
              </a:defRPr>
            </a:lvl3pPr>
            <a:lvl4pPr>
              <a:defRPr sz="1875" b="0">
                <a:solidFill>
                  <a:srgbClr val="183448"/>
                </a:solidFill>
                <a:latin typeface="Noto Sans KR"/>
                <a:ea typeface="Noto Sans KR"/>
                <a:cs typeface="Noto Sans KR"/>
              </a:defRPr>
            </a:lvl4pPr>
            <a:lvl5pPr>
              <a:defRPr sz="1875" b="0">
                <a:solidFill>
                  <a:srgbClr val="183448"/>
                </a:solidFill>
                <a:latin typeface="Noto Sans KR"/>
                <a:ea typeface="Noto Sans KR"/>
                <a:cs typeface="Noto Sans KR"/>
              </a:defRPr>
            </a:lvl5pPr>
            <a:lvl6pPr>
              <a:defRPr sz="1875" b="0">
                <a:solidFill>
                  <a:srgbClr val="183448"/>
                </a:solidFill>
                <a:latin typeface="Noto Sans KR"/>
                <a:ea typeface="Noto Sans KR"/>
                <a:cs typeface="Noto Sans KR"/>
              </a:defRPr>
            </a:lvl6pPr>
            <a:lvl7pPr>
              <a:defRPr sz="1875" b="0">
                <a:solidFill>
                  <a:srgbClr val="183448"/>
                </a:solidFill>
                <a:latin typeface="Noto Sans KR"/>
                <a:ea typeface="Noto Sans KR"/>
                <a:cs typeface="Noto Sans KR"/>
              </a:defRPr>
            </a:lvl7pPr>
            <a:lvl8pPr>
              <a:defRPr sz="1875" b="0">
                <a:solidFill>
                  <a:srgbClr val="183448"/>
                </a:solidFill>
                <a:latin typeface="Noto Sans KR"/>
                <a:ea typeface="Noto Sans KR"/>
                <a:cs typeface="Noto Sans KR"/>
              </a:defRPr>
            </a:lvl8pPr>
            <a:lvl9pPr>
              <a:defRPr sz="1875" b="0">
                <a:solidFill>
                  <a:srgbClr val="183448"/>
                </a:solidFill>
                <a:latin typeface="Noto Sans KR"/>
                <a:ea typeface="Noto Sans KR"/>
                <a:cs typeface="Noto Sans KR"/>
              </a:defRPr>
            </a:lvl9pPr>
          </a:lstStyle>
          <a:p xmlns:a="http://schemas.openxmlformats.org/drawingml/2006/main">
            <a:pPr>
              <a:defRPr sz="1875" b="0">
                <a:solidFill>
                  <a:srgbClr val="183448"/>
                </a:solidFill>
                <a:latin typeface="Noto Sans KR"/>
                <a:ea typeface="Noto Sans KR"/>
                <a:cs typeface="Noto Sans KR"/>
              </a:defRPr>
            </a:pPr>
            <a:r>
              <a:rPr sz="1875" b="0">
                <a:solidFill>
                  <a:srgbClr val="183448"/>
                </a:solidFill>
                <a:latin typeface="Noto Sans KR"/>
                <a:ea typeface="Noto Sans KR"/>
                <a:cs typeface="Noto Sans KR"/>
              </a:rPr>
              <a:t>재고·출고·매입·매출</a:t>
            </a:r>
          </a:p>
        </p:txBody>
      </p:sp>
      <p:sp>
        <p:nvSpPr>
          <p:cNvPr id="15" name="text-14">
            <a:extLst xmlns:a="http://schemas.openxmlformats.org/drawingml/2006/main">
              <a:ext uri="{FF2B5EF4-FFF2-40B4-BE49-F238E27FC236}">
                <a16:creationId xmlns:a16="http://schemas.microsoft.com/office/drawing/2014/main" id="{B4ACAA9A-71C2-4276-A856-A1AB2590D889}"/>
              </a:ext>
            </a:extLst>
          </p:cNvPr>
          <p:cNvSpPr>
            <a:spLocks xmlns:a="http://schemas.openxmlformats.org/drawingml/2006/main" noGrp="1"/>
          </p:cNvSpPr>
          <p:nvPr/>
        </p:nvSpPr>
        <p:spPr>
          <a:xfrm xmlns:a="http://schemas.openxmlformats.org/drawingml/2006/main">
            <a:off x="9010650" y="1971675"/>
            <a:ext cx="2428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2400" b="1">
                <a:solidFill>
                  <a:srgbClr val="007F83"/>
                </a:solidFill>
                <a:latin typeface="Noto Sans KR"/>
                <a:ea typeface="Noto Sans KR"/>
                <a:cs typeface="Noto Sans KR"/>
              </a:defRPr>
            </a:defPPr>
            <a:lvl1pPr>
              <a:defRPr sz="2400" b="1">
                <a:solidFill>
                  <a:srgbClr val="007F83"/>
                </a:solidFill>
                <a:latin typeface="Noto Sans KR"/>
                <a:ea typeface="Noto Sans KR"/>
                <a:cs typeface="Noto Sans KR"/>
              </a:defRPr>
            </a:lvl1pPr>
            <a:lvl2pPr>
              <a:defRPr sz="2400" b="1">
                <a:solidFill>
                  <a:srgbClr val="007F83"/>
                </a:solidFill>
                <a:latin typeface="Noto Sans KR"/>
                <a:ea typeface="Noto Sans KR"/>
                <a:cs typeface="Noto Sans KR"/>
              </a:defRPr>
            </a:lvl2pPr>
            <a:lvl3pPr>
              <a:defRPr sz="2400" b="1">
                <a:solidFill>
                  <a:srgbClr val="007F83"/>
                </a:solidFill>
                <a:latin typeface="Noto Sans KR"/>
                <a:ea typeface="Noto Sans KR"/>
                <a:cs typeface="Noto Sans KR"/>
              </a:defRPr>
            </a:lvl3pPr>
            <a:lvl4pPr>
              <a:defRPr sz="2400" b="1">
                <a:solidFill>
                  <a:srgbClr val="007F83"/>
                </a:solidFill>
                <a:latin typeface="Noto Sans KR"/>
                <a:ea typeface="Noto Sans KR"/>
                <a:cs typeface="Noto Sans KR"/>
              </a:defRPr>
            </a:lvl4pPr>
            <a:lvl5pPr>
              <a:defRPr sz="2400" b="1">
                <a:solidFill>
                  <a:srgbClr val="007F83"/>
                </a:solidFill>
                <a:latin typeface="Noto Sans KR"/>
                <a:ea typeface="Noto Sans KR"/>
                <a:cs typeface="Noto Sans KR"/>
              </a:defRPr>
            </a:lvl5pPr>
            <a:lvl6pPr>
              <a:defRPr sz="2400" b="1">
                <a:solidFill>
                  <a:srgbClr val="007F83"/>
                </a:solidFill>
                <a:latin typeface="Noto Sans KR"/>
                <a:ea typeface="Noto Sans KR"/>
                <a:cs typeface="Noto Sans KR"/>
              </a:defRPr>
            </a:lvl6pPr>
            <a:lvl7pPr>
              <a:defRPr sz="2400" b="1">
                <a:solidFill>
                  <a:srgbClr val="007F83"/>
                </a:solidFill>
                <a:latin typeface="Noto Sans KR"/>
                <a:ea typeface="Noto Sans KR"/>
                <a:cs typeface="Noto Sans KR"/>
              </a:defRPr>
            </a:lvl7pPr>
            <a:lvl8pPr>
              <a:defRPr sz="2400" b="1">
                <a:solidFill>
                  <a:srgbClr val="007F83"/>
                </a:solidFill>
                <a:latin typeface="Noto Sans KR"/>
                <a:ea typeface="Noto Sans KR"/>
                <a:cs typeface="Noto Sans KR"/>
              </a:defRPr>
            </a:lvl8pPr>
            <a:lvl9pPr>
              <a:defRPr sz="2400" b="1">
                <a:solidFill>
                  <a:srgbClr val="007F83"/>
                </a:solidFill>
                <a:latin typeface="Noto Sans KR"/>
                <a:ea typeface="Noto Sans KR"/>
                <a:cs typeface="Noto Sans KR"/>
              </a:defRPr>
            </a:lvl9pPr>
          </a:lstStyle>
          <a:p xmlns:a="http://schemas.openxmlformats.org/drawingml/2006/main">
            <a:pPr>
              <a:defRPr sz="2400" b="1">
                <a:solidFill>
                  <a:srgbClr val="007F83"/>
                </a:solidFill>
                <a:latin typeface="Noto Sans KR"/>
                <a:ea typeface="Noto Sans KR"/>
                <a:cs typeface="Noto Sans KR"/>
              </a:defRPr>
            </a:pPr>
            <a:r>
              <a:rPr sz="2400" b="1">
                <a:solidFill>
                  <a:srgbClr val="007F83"/>
                </a:solidFill>
                <a:latin typeface="Noto Sans KR"/>
                <a:ea typeface="Noto Sans KR"/>
                <a:cs typeface="Noto Sans KR"/>
              </a:rPr>
              <a:t>6개월차</a:t>
            </a:r>
          </a:p>
        </p:txBody>
      </p:sp>
      <p:sp>
        <p:nvSpPr>
          <p:cNvPr id="16" name="">
            <a:extLst xmlns:a="http://schemas.openxmlformats.org/drawingml/2006/main">
              <a:ext uri="{FF2B5EF4-FFF2-40B4-BE49-F238E27FC236}">
                <a16:creationId xmlns:a16="http://schemas.microsoft.com/office/drawing/2014/main" id="{F51C3DFE-97D1-4041-8FC4-2D4073B9D7F1}"/>
              </a:ext>
            </a:extLst>
          </p:cNvPr>
          <p:cNvSpPr>
            <a:spLocks xmlns:a="http://schemas.openxmlformats.org/drawingml/2006/main" noGrp="1"/>
          </p:cNvSpPr>
          <p:nvPr/>
        </p:nvSpPr>
        <p:spPr>
          <a:xfrm xmlns:a="http://schemas.openxmlformats.org/drawingml/2006/main">
            <a:off x="9010650" y="2667000"/>
            <a:ext cx="2419350" cy="114300"/>
          </a:xfrm>
          <a:prstGeom xmlns:a="http://schemas.openxmlformats.org/drawingml/2006/main" prst="rect">
            <a:avLst/>
          </a:prstGeom>
          <a:solidFill xmlns:a="http://schemas.openxmlformats.org/drawingml/2006/main">
            <a:srgbClr val="102B40"/>
          </a:solidFill>
          <a:ln xmlns:a="http://schemas.openxmlformats.org/drawingml/2006/main" w="0">
            <a:noFill/>
            <a:prstDash val="solid"/>
          </a:ln>
        </p:spPr>
      </p:sp>
      <p:sp>
        <p:nvSpPr>
          <p:cNvPr id="17" name="text-16">
            <a:extLst xmlns:a="http://schemas.openxmlformats.org/drawingml/2006/main">
              <a:ext uri="{FF2B5EF4-FFF2-40B4-BE49-F238E27FC236}">
                <a16:creationId xmlns:a16="http://schemas.microsoft.com/office/drawing/2014/main" id="{31025BD9-C28A-4096-98BE-6BD703DED39B}"/>
              </a:ext>
            </a:extLst>
          </p:cNvPr>
          <p:cNvSpPr>
            <a:spLocks xmlns:a="http://schemas.openxmlformats.org/drawingml/2006/main" noGrp="1"/>
          </p:cNvSpPr>
          <p:nvPr/>
        </p:nvSpPr>
        <p:spPr>
          <a:xfrm xmlns:a="http://schemas.openxmlformats.org/drawingml/2006/main">
            <a:off x="9010650" y="3133725"/>
            <a:ext cx="2457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2175" b="1">
                <a:solidFill>
                  <a:srgbClr val="102B40"/>
                </a:solidFill>
                <a:latin typeface="Noto Sans KR"/>
                <a:ea typeface="Noto Sans KR"/>
                <a:cs typeface="Noto Sans KR"/>
              </a:defRPr>
            </a:defPPr>
            <a:lvl1pPr>
              <a:defRPr sz="2175" b="1">
                <a:solidFill>
                  <a:srgbClr val="102B40"/>
                </a:solidFill>
                <a:latin typeface="Noto Sans KR"/>
                <a:ea typeface="Noto Sans KR"/>
                <a:cs typeface="Noto Sans KR"/>
              </a:defRPr>
            </a:lvl1pPr>
            <a:lvl2pPr>
              <a:defRPr sz="2175" b="1">
                <a:solidFill>
                  <a:srgbClr val="102B40"/>
                </a:solidFill>
                <a:latin typeface="Noto Sans KR"/>
                <a:ea typeface="Noto Sans KR"/>
                <a:cs typeface="Noto Sans KR"/>
              </a:defRPr>
            </a:lvl2pPr>
            <a:lvl3pPr>
              <a:defRPr sz="2175" b="1">
                <a:solidFill>
                  <a:srgbClr val="102B40"/>
                </a:solidFill>
                <a:latin typeface="Noto Sans KR"/>
                <a:ea typeface="Noto Sans KR"/>
                <a:cs typeface="Noto Sans KR"/>
              </a:defRPr>
            </a:lvl3pPr>
            <a:lvl4pPr>
              <a:defRPr sz="2175" b="1">
                <a:solidFill>
                  <a:srgbClr val="102B40"/>
                </a:solidFill>
                <a:latin typeface="Noto Sans KR"/>
                <a:ea typeface="Noto Sans KR"/>
                <a:cs typeface="Noto Sans KR"/>
              </a:defRPr>
            </a:lvl4pPr>
            <a:lvl5pPr>
              <a:defRPr sz="2175" b="1">
                <a:solidFill>
                  <a:srgbClr val="102B40"/>
                </a:solidFill>
                <a:latin typeface="Noto Sans KR"/>
                <a:ea typeface="Noto Sans KR"/>
                <a:cs typeface="Noto Sans KR"/>
              </a:defRPr>
            </a:lvl5pPr>
            <a:lvl6pPr>
              <a:defRPr sz="2175" b="1">
                <a:solidFill>
                  <a:srgbClr val="102B40"/>
                </a:solidFill>
                <a:latin typeface="Noto Sans KR"/>
                <a:ea typeface="Noto Sans KR"/>
                <a:cs typeface="Noto Sans KR"/>
              </a:defRPr>
            </a:lvl6pPr>
            <a:lvl7pPr>
              <a:defRPr sz="2175" b="1">
                <a:solidFill>
                  <a:srgbClr val="102B40"/>
                </a:solidFill>
                <a:latin typeface="Noto Sans KR"/>
                <a:ea typeface="Noto Sans KR"/>
                <a:cs typeface="Noto Sans KR"/>
              </a:defRPr>
            </a:lvl7pPr>
            <a:lvl8pPr>
              <a:defRPr sz="2175" b="1">
                <a:solidFill>
                  <a:srgbClr val="102B40"/>
                </a:solidFill>
                <a:latin typeface="Noto Sans KR"/>
                <a:ea typeface="Noto Sans KR"/>
                <a:cs typeface="Noto Sans KR"/>
              </a:defRPr>
            </a:lvl8pPr>
            <a:lvl9pPr>
              <a:defRPr sz="2175" b="1">
                <a:solidFill>
                  <a:srgbClr val="102B40"/>
                </a:solidFill>
                <a:latin typeface="Noto Sans KR"/>
                <a:ea typeface="Noto Sans KR"/>
                <a:cs typeface="Noto Sans KR"/>
              </a:defRPr>
            </a:lvl9pPr>
          </a:lstStyle>
          <a:p xmlns:a="http://schemas.openxmlformats.org/drawingml/2006/main">
            <a:pPr>
              <a:defRPr sz="2175" b="1">
                <a:solidFill>
                  <a:srgbClr val="102B40"/>
                </a:solidFill>
                <a:latin typeface="Noto Sans KR"/>
                <a:ea typeface="Noto Sans KR"/>
                <a:cs typeface="Noto Sans KR"/>
              </a:defRPr>
            </a:pPr>
            <a:r>
              <a:rPr sz="2175" b="1">
                <a:solidFill>
                  <a:srgbClr val="102B40"/>
                </a:solidFill>
                <a:latin typeface="Noto Sans KR"/>
                <a:ea typeface="Noto Sans KR"/>
                <a:cs typeface="Noto Sans KR"/>
              </a:rPr>
              <a:t>현장 사용·교육</a:t>
            </a:r>
          </a:p>
        </p:txBody>
      </p:sp>
      <p:sp>
        <p:nvSpPr>
          <p:cNvPr id="18" name="text-17">
            <a:extLst xmlns:a="http://schemas.openxmlformats.org/drawingml/2006/main">
              <a:ext uri="{FF2B5EF4-FFF2-40B4-BE49-F238E27FC236}">
                <a16:creationId xmlns:a16="http://schemas.microsoft.com/office/drawing/2014/main" id="{CC43CFFF-DB33-4727-8C60-6D38570FF699}"/>
              </a:ext>
            </a:extLst>
          </p:cNvPr>
          <p:cNvSpPr>
            <a:spLocks xmlns:a="http://schemas.openxmlformats.org/drawingml/2006/main" noGrp="1"/>
          </p:cNvSpPr>
          <p:nvPr/>
        </p:nvSpPr>
        <p:spPr>
          <a:xfrm xmlns:a="http://schemas.openxmlformats.org/drawingml/2006/main">
            <a:off x="9010650" y="3962400"/>
            <a:ext cx="24574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875" b="0">
                <a:solidFill>
                  <a:srgbClr val="183448"/>
                </a:solidFill>
                <a:latin typeface="Noto Sans KR"/>
                <a:ea typeface="Noto Sans KR"/>
                <a:cs typeface="Noto Sans KR"/>
              </a:defRPr>
            </a:defPPr>
            <a:lvl1pPr>
              <a:defRPr sz="1875" b="0">
                <a:solidFill>
                  <a:srgbClr val="183448"/>
                </a:solidFill>
                <a:latin typeface="Noto Sans KR"/>
                <a:ea typeface="Noto Sans KR"/>
                <a:cs typeface="Noto Sans KR"/>
              </a:defRPr>
            </a:lvl1pPr>
            <a:lvl2pPr>
              <a:defRPr sz="1875" b="0">
                <a:solidFill>
                  <a:srgbClr val="183448"/>
                </a:solidFill>
                <a:latin typeface="Noto Sans KR"/>
                <a:ea typeface="Noto Sans KR"/>
                <a:cs typeface="Noto Sans KR"/>
              </a:defRPr>
            </a:lvl2pPr>
            <a:lvl3pPr>
              <a:defRPr sz="1875" b="0">
                <a:solidFill>
                  <a:srgbClr val="183448"/>
                </a:solidFill>
                <a:latin typeface="Noto Sans KR"/>
                <a:ea typeface="Noto Sans KR"/>
                <a:cs typeface="Noto Sans KR"/>
              </a:defRPr>
            </a:lvl3pPr>
            <a:lvl4pPr>
              <a:defRPr sz="1875" b="0">
                <a:solidFill>
                  <a:srgbClr val="183448"/>
                </a:solidFill>
                <a:latin typeface="Noto Sans KR"/>
                <a:ea typeface="Noto Sans KR"/>
                <a:cs typeface="Noto Sans KR"/>
              </a:defRPr>
            </a:lvl4pPr>
            <a:lvl5pPr>
              <a:defRPr sz="1875" b="0">
                <a:solidFill>
                  <a:srgbClr val="183448"/>
                </a:solidFill>
                <a:latin typeface="Noto Sans KR"/>
                <a:ea typeface="Noto Sans KR"/>
                <a:cs typeface="Noto Sans KR"/>
              </a:defRPr>
            </a:lvl5pPr>
            <a:lvl6pPr>
              <a:defRPr sz="1875" b="0">
                <a:solidFill>
                  <a:srgbClr val="183448"/>
                </a:solidFill>
                <a:latin typeface="Noto Sans KR"/>
                <a:ea typeface="Noto Sans KR"/>
                <a:cs typeface="Noto Sans KR"/>
              </a:defRPr>
            </a:lvl6pPr>
            <a:lvl7pPr>
              <a:defRPr sz="1875" b="0">
                <a:solidFill>
                  <a:srgbClr val="183448"/>
                </a:solidFill>
                <a:latin typeface="Noto Sans KR"/>
                <a:ea typeface="Noto Sans KR"/>
                <a:cs typeface="Noto Sans KR"/>
              </a:defRPr>
            </a:lvl7pPr>
            <a:lvl8pPr>
              <a:defRPr sz="1875" b="0">
                <a:solidFill>
                  <a:srgbClr val="183448"/>
                </a:solidFill>
                <a:latin typeface="Noto Sans KR"/>
                <a:ea typeface="Noto Sans KR"/>
                <a:cs typeface="Noto Sans KR"/>
              </a:defRPr>
            </a:lvl8pPr>
            <a:lvl9pPr>
              <a:defRPr sz="1875" b="0">
                <a:solidFill>
                  <a:srgbClr val="183448"/>
                </a:solidFill>
                <a:latin typeface="Noto Sans KR"/>
                <a:ea typeface="Noto Sans KR"/>
                <a:cs typeface="Noto Sans KR"/>
              </a:defRPr>
            </a:lvl9pPr>
          </a:lstStyle>
          <a:p xmlns:a="http://schemas.openxmlformats.org/drawingml/2006/main">
            <a:pPr>
              <a:defRPr sz="1875" b="0">
                <a:solidFill>
                  <a:srgbClr val="183448"/>
                </a:solidFill>
                <a:latin typeface="Noto Sans KR"/>
                <a:ea typeface="Noto Sans KR"/>
                <a:cs typeface="Noto Sans KR"/>
              </a:defRPr>
            </a:pPr>
            <a:r>
              <a:rPr sz="1875" b="0">
                <a:solidFill>
                  <a:srgbClr val="183448"/>
                </a:solidFill>
                <a:latin typeface="Noto Sans KR"/>
                <a:ea typeface="Noto Sans KR"/>
                <a:cs typeface="Noto Sans KR"/>
              </a:rPr>
              <a:t>정확성 확인 후 적용</a:t>
            </a:r>
          </a:p>
        </p:txBody>
      </p:sp>
      <p:sp>
        <p:nvSpPr>
          <p:cNvPr id="19" name="text-18">
            <a:extLst xmlns:a="http://schemas.openxmlformats.org/drawingml/2006/main">
              <a:ext uri="{FF2B5EF4-FFF2-40B4-BE49-F238E27FC236}">
                <a16:creationId xmlns:a16="http://schemas.microsoft.com/office/drawing/2014/main" id="{C2E3340C-1732-4500-8A2D-969F643967E1}"/>
              </a:ext>
            </a:extLst>
          </p:cNvPr>
          <p:cNvSpPr>
            <a:spLocks xmlns:a="http://schemas.openxmlformats.org/drawingml/2006/main" noGrp="1"/>
          </p:cNvSpPr>
          <p:nvPr/>
        </p:nvSpPr>
        <p:spPr>
          <a:xfrm xmlns:a="http://schemas.openxmlformats.org/drawingml/2006/main">
            <a:off x="723900" y="5086350"/>
            <a:ext cx="1076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2175" b="1">
                <a:solidFill>
                  <a:srgbClr val="007F83"/>
                </a:solidFill>
                <a:latin typeface="Noto Sans KR"/>
                <a:ea typeface="Noto Sans KR"/>
                <a:cs typeface="Noto Sans KR"/>
              </a:defRPr>
            </a:defPPr>
            <a:lvl1pPr>
              <a:defRPr sz="2175" b="1">
                <a:solidFill>
                  <a:srgbClr val="007F83"/>
                </a:solidFill>
                <a:latin typeface="Noto Sans KR"/>
                <a:ea typeface="Noto Sans KR"/>
                <a:cs typeface="Noto Sans KR"/>
              </a:defRPr>
            </a:lvl1pPr>
            <a:lvl2pPr>
              <a:defRPr sz="2175" b="1">
                <a:solidFill>
                  <a:srgbClr val="007F83"/>
                </a:solidFill>
                <a:latin typeface="Noto Sans KR"/>
                <a:ea typeface="Noto Sans KR"/>
                <a:cs typeface="Noto Sans KR"/>
              </a:defRPr>
            </a:lvl2pPr>
            <a:lvl3pPr>
              <a:defRPr sz="2175" b="1">
                <a:solidFill>
                  <a:srgbClr val="007F83"/>
                </a:solidFill>
                <a:latin typeface="Noto Sans KR"/>
                <a:ea typeface="Noto Sans KR"/>
                <a:cs typeface="Noto Sans KR"/>
              </a:defRPr>
            </a:lvl3pPr>
            <a:lvl4pPr>
              <a:defRPr sz="2175" b="1">
                <a:solidFill>
                  <a:srgbClr val="007F83"/>
                </a:solidFill>
                <a:latin typeface="Noto Sans KR"/>
                <a:ea typeface="Noto Sans KR"/>
                <a:cs typeface="Noto Sans KR"/>
              </a:defRPr>
            </a:lvl4pPr>
            <a:lvl5pPr>
              <a:defRPr sz="2175" b="1">
                <a:solidFill>
                  <a:srgbClr val="007F83"/>
                </a:solidFill>
                <a:latin typeface="Noto Sans KR"/>
                <a:ea typeface="Noto Sans KR"/>
                <a:cs typeface="Noto Sans KR"/>
              </a:defRPr>
            </a:lvl5pPr>
            <a:lvl6pPr>
              <a:defRPr sz="2175" b="1">
                <a:solidFill>
                  <a:srgbClr val="007F83"/>
                </a:solidFill>
                <a:latin typeface="Noto Sans KR"/>
                <a:ea typeface="Noto Sans KR"/>
                <a:cs typeface="Noto Sans KR"/>
              </a:defRPr>
            </a:lvl6pPr>
            <a:lvl7pPr>
              <a:defRPr sz="2175" b="1">
                <a:solidFill>
                  <a:srgbClr val="007F83"/>
                </a:solidFill>
                <a:latin typeface="Noto Sans KR"/>
                <a:ea typeface="Noto Sans KR"/>
                <a:cs typeface="Noto Sans KR"/>
              </a:defRPr>
            </a:lvl7pPr>
            <a:lvl8pPr>
              <a:defRPr sz="2175" b="1">
                <a:solidFill>
                  <a:srgbClr val="007F83"/>
                </a:solidFill>
                <a:latin typeface="Noto Sans KR"/>
                <a:ea typeface="Noto Sans KR"/>
                <a:cs typeface="Noto Sans KR"/>
              </a:defRPr>
            </a:lvl8pPr>
            <a:lvl9pPr>
              <a:defRPr sz="2175" b="1">
                <a:solidFill>
                  <a:srgbClr val="007F83"/>
                </a:solidFill>
                <a:latin typeface="Noto Sans KR"/>
                <a:ea typeface="Noto Sans KR"/>
                <a:cs typeface="Noto Sans KR"/>
              </a:defRPr>
            </a:lvl9pPr>
          </a:lstStyle>
          <a:p xmlns:a="http://schemas.openxmlformats.org/drawingml/2006/main">
            <a:pPr>
              <a:defRPr sz="2175" b="1">
                <a:solidFill>
                  <a:srgbClr val="007F83"/>
                </a:solidFill>
                <a:latin typeface="Noto Sans KR"/>
                <a:ea typeface="Noto Sans KR"/>
                <a:cs typeface="Noto Sans KR"/>
              </a:defRPr>
            </a:pPr>
            <a:r>
              <a:rPr sz="2175" b="1">
                <a:solidFill>
                  <a:srgbClr val="007F83"/>
                </a:solidFill>
                <a:latin typeface="Noto Sans KR"/>
                <a:ea typeface="Noto Sans KR"/>
                <a:cs typeface="Noto Sans KR"/>
              </a:rPr>
              <a:t>화면 완성 + 실제 기록 + 현장과 일치 + 다음 업무에서 활용</a:t>
            </a:r>
          </a:p>
        </p:txBody>
      </p:sp>
      <p:sp>
        <p:nvSpPr>
          <p:cNvPr id="20" name="text-19">
            <a:extLst xmlns:a="http://schemas.openxmlformats.org/drawingml/2006/main">
              <a:ext uri="{FF2B5EF4-FFF2-40B4-BE49-F238E27FC236}">
                <a16:creationId xmlns:a16="http://schemas.microsoft.com/office/drawing/2014/main" id="{8E9423F1-EB1D-4015-B7B5-1C3181FFF401}"/>
              </a:ext>
            </a:extLst>
          </p:cNvPr>
          <p:cNvSpPr>
            <a:spLocks xmlns:a="http://schemas.openxmlformats.org/drawingml/2006/main" noGrp="1"/>
          </p:cNvSpPr>
          <p:nvPr/>
        </p:nvSpPr>
        <p:spPr>
          <a:xfrm xmlns:a="http://schemas.openxmlformats.org/drawingml/2006/main">
            <a:off x="628650" y="5829300"/>
            <a:ext cx="10839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350" b="0">
                <a:solidFill>
                  <a:srgbClr val="607481"/>
                </a:solidFill>
                <a:latin typeface="Noto Sans KR"/>
                <a:ea typeface="Noto Sans KR"/>
                <a:cs typeface="Noto Sans KR"/>
              </a:defRPr>
            </a:defPPr>
            <a:lvl1pPr>
              <a:defRPr sz="1350" b="0">
                <a:solidFill>
                  <a:srgbClr val="607481"/>
                </a:solidFill>
                <a:latin typeface="Noto Sans KR"/>
                <a:ea typeface="Noto Sans KR"/>
                <a:cs typeface="Noto Sans KR"/>
              </a:defRPr>
            </a:lvl1pPr>
            <a:lvl2pPr>
              <a:defRPr sz="1350" b="0">
                <a:solidFill>
                  <a:srgbClr val="607481"/>
                </a:solidFill>
                <a:latin typeface="Noto Sans KR"/>
                <a:ea typeface="Noto Sans KR"/>
                <a:cs typeface="Noto Sans KR"/>
              </a:defRPr>
            </a:lvl2pPr>
            <a:lvl3pPr>
              <a:defRPr sz="1350" b="0">
                <a:solidFill>
                  <a:srgbClr val="607481"/>
                </a:solidFill>
                <a:latin typeface="Noto Sans KR"/>
                <a:ea typeface="Noto Sans KR"/>
                <a:cs typeface="Noto Sans KR"/>
              </a:defRPr>
            </a:lvl3pPr>
            <a:lvl4pPr>
              <a:defRPr sz="1350" b="0">
                <a:solidFill>
                  <a:srgbClr val="607481"/>
                </a:solidFill>
                <a:latin typeface="Noto Sans KR"/>
                <a:ea typeface="Noto Sans KR"/>
                <a:cs typeface="Noto Sans KR"/>
              </a:defRPr>
            </a:lvl4pPr>
            <a:lvl5pPr>
              <a:defRPr sz="1350" b="0">
                <a:solidFill>
                  <a:srgbClr val="607481"/>
                </a:solidFill>
                <a:latin typeface="Noto Sans KR"/>
                <a:ea typeface="Noto Sans KR"/>
                <a:cs typeface="Noto Sans KR"/>
              </a:defRPr>
            </a:lvl5pPr>
            <a:lvl6pPr>
              <a:defRPr sz="1350" b="0">
                <a:solidFill>
                  <a:srgbClr val="607481"/>
                </a:solidFill>
                <a:latin typeface="Noto Sans KR"/>
                <a:ea typeface="Noto Sans KR"/>
                <a:cs typeface="Noto Sans KR"/>
              </a:defRPr>
            </a:lvl6pPr>
            <a:lvl7pPr>
              <a:defRPr sz="1350" b="0">
                <a:solidFill>
                  <a:srgbClr val="607481"/>
                </a:solidFill>
                <a:latin typeface="Noto Sans KR"/>
                <a:ea typeface="Noto Sans KR"/>
                <a:cs typeface="Noto Sans KR"/>
              </a:defRPr>
            </a:lvl7pPr>
            <a:lvl8pPr>
              <a:defRPr sz="1350" b="0">
                <a:solidFill>
                  <a:srgbClr val="607481"/>
                </a:solidFill>
                <a:latin typeface="Noto Sans KR"/>
                <a:ea typeface="Noto Sans KR"/>
                <a:cs typeface="Noto Sans KR"/>
              </a:defRPr>
            </a:lvl8pPr>
            <a:lvl9pPr>
              <a:defRPr sz="1350" b="0">
                <a:solidFill>
                  <a:srgbClr val="607481"/>
                </a:solidFill>
                <a:latin typeface="Noto Sans KR"/>
                <a:ea typeface="Noto Sans KR"/>
                <a:cs typeface="Noto Sans KR"/>
              </a:defRPr>
            </a:lvl9pPr>
          </a:lstStyle>
          <a:p xmlns:a="http://schemas.openxmlformats.org/drawingml/2006/main">
            <a:pPr>
              <a:defRPr sz="1350" b="0">
                <a:solidFill>
                  <a:srgbClr val="607481"/>
                </a:solidFill>
                <a:latin typeface="Noto Sans KR"/>
                <a:ea typeface="Noto Sans KR"/>
                <a:cs typeface="Noto Sans KR"/>
              </a:defRPr>
            </a:pPr>
            <a:r>
              <a:rPr sz="1350" b="0">
                <a:solidFill>
                  <a:srgbClr val="607481"/>
                </a:solidFill>
                <a:latin typeface="Noto Sans KR"/>
                <a:ea typeface="Noto Sans KR"/>
                <a:cs typeface="Noto Sans KR"/>
              </a:rPr>
              <a:t>인력·예산 확보를 전제로 한 1차 목표. 자료 보호·백업·복구도 시험하고 월별로 적용 범위를 확인</a:t>
            </a:r>
          </a:p>
        </p:txBody>
      </p:sp>
      <p:sp>
        <p:nvSpPr>
          <p:cNvPr id="21" name="text-20">
            <a:extLst xmlns:a="http://schemas.openxmlformats.org/drawingml/2006/main">
              <a:ext uri="{FF2B5EF4-FFF2-40B4-BE49-F238E27FC236}">
                <a16:creationId xmlns:a16="http://schemas.microsoft.com/office/drawing/2014/main" id="{11304EDE-A14E-43BD-B542-424636C76B55}"/>
              </a:ext>
            </a:extLst>
          </p:cNvPr>
          <p:cNvSpPr>
            <a:spLocks xmlns:a="http://schemas.openxmlformats.org/drawingml/2006/main" noGrp="1"/>
          </p:cNvSpPr>
          <p:nvPr/>
        </p:nvSpPr>
        <p:spPr>
          <a:xfrm xmlns:a="http://schemas.openxmlformats.org/drawingml/2006/main">
            <a:off x="6810375" y="1238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275" b="1">
                <a:solidFill>
                  <a:srgbClr val="007F83"/>
                </a:solidFill>
                <a:latin typeface="Noto Sans KR"/>
                <a:ea typeface="Noto Sans KR"/>
                <a:cs typeface="Noto Sans KR"/>
              </a:defRPr>
            </a:defPPr>
            <a:lvl1pPr>
              <a:defRPr sz="1275" b="1">
                <a:solidFill>
                  <a:srgbClr val="007F83"/>
                </a:solidFill>
                <a:latin typeface="Noto Sans KR"/>
                <a:ea typeface="Noto Sans KR"/>
                <a:cs typeface="Noto Sans KR"/>
              </a:defRPr>
            </a:lvl1pPr>
            <a:lvl2pPr>
              <a:defRPr sz="1275" b="1">
                <a:solidFill>
                  <a:srgbClr val="007F83"/>
                </a:solidFill>
                <a:latin typeface="Noto Sans KR"/>
                <a:ea typeface="Noto Sans KR"/>
                <a:cs typeface="Noto Sans KR"/>
              </a:defRPr>
            </a:lvl2pPr>
            <a:lvl3pPr>
              <a:defRPr sz="1275" b="1">
                <a:solidFill>
                  <a:srgbClr val="007F83"/>
                </a:solidFill>
                <a:latin typeface="Noto Sans KR"/>
                <a:ea typeface="Noto Sans KR"/>
                <a:cs typeface="Noto Sans KR"/>
              </a:defRPr>
            </a:lvl3pPr>
            <a:lvl4pPr>
              <a:defRPr sz="1275" b="1">
                <a:solidFill>
                  <a:srgbClr val="007F83"/>
                </a:solidFill>
                <a:latin typeface="Noto Sans KR"/>
                <a:ea typeface="Noto Sans KR"/>
                <a:cs typeface="Noto Sans KR"/>
              </a:defRPr>
            </a:lvl4pPr>
            <a:lvl5pPr>
              <a:defRPr sz="1275" b="1">
                <a:solidFill>
                  <a:srgbClr val="007F83"/>
                </a:solidFill>
                <a:latin typeface="Noto Sans KR"/>
                <a:ea typeface="Noto Sans KR"/>
                <a:cs typeface="Noto Sans KR"/>
              </a:defRPr>
            </a:lvl5pPr>
            <a:lvl6pPr>
              <a:defRPr sz="1275" b="1">
                <a:solidFill>
                  <a:srgbClr val="007F83"/>
                </a:solidFill>
                <a:latin typeface="Noto Sans KR"/>
                <a:ea typeface="Noto Sans KR"/>
                <a:cs typeface="Noto Sans KR"/>
              </a:defRPr>
            </a:lvl6pPr>
            <a:lvl7pPr>
              <a:defRPr sz="1275" b="1">
                <a:solidFill>
                  <a:srgbClr val="007F83"/>
                </a:solidFill>
                <a:latin typeface="Noto Sans KR"/>
                <a:ea typeface="Noto Sans KR"/>
                <a:cs typeface="Noto Sans KR"/>
              </a:defRPr>
            </a:lvl7pPr>
            <a:lvl8pPr>
              <a:defRPr sz="1275" b="1">
                <a:solidFill>
                  <a:srgbClr val="007F83"/>
                </a:solidFill>
                <a:latin typeface="Noto Sans KR"/>
                <a:ea typeface="Noto Sans KR"/>
                <a:cs typeface="Noto Sans KR"/>
              </a:defRPr>
            </a:lvl8pPr>
            <a:lvl9pPr>
              <a:defRPr sz="1275" b="1">
                <a:solidFill>
                  <a:srgbClr val="007F83"/>
                </a:solidFill>
                <a:latin typeface="Noto Sans KR"/>
                <a:ea typeface="Noto Sans KR"/>
                <a:cs typeface="Noto Sans KR"/>
              </a:defRPr>
            </a:lvl9pPr>
          </a:lstStyle>
          <a:p xmlns:a="http://schemas.openxmlformats.org/drawingml/2006/main">
            <a:pPr>
              <a:defRPr sz="1275" b="1">
                <a:solidFill>
                  <a:srgbClr val="007F83"/>
                </a:solidFill>
                <a:latin typeface="Noto Sans KR"/>
                <a:ea typeface="Noto Sans KR"/>
                <a:cs typeface="Noto Sans KR"/>
              </a:defRPr>
            </a:pPr>
            <a:r>
              <a:rPr sz="1275" b="1">
                <a:solidFill>
                  <a:srgbClr val="007F83"/>
                </a:solidFill>
                <a:latin typeface="Noto Sans KR"/>
                <a:ea typeface="Noto Sans KR"/>
                <a:cs typeface="Noto Sans KR"/>
              </a:rPr>
              <a:t>6개월 추진</a:t>
            </a:r>
          </a:p>
        </p:txBody>
      </p:sp>
      <p:sp>
        <p:nvSpPr>
          <p:cNvPr id="22" name="text-21">
            <a:extLst xmlns:a="http://schemas.openxmlformats.org/drawingml/2006/main">
              <a:ext uri="{FF2B5EF4-FFF2-40B4-BE49-F238E27FC236}">
                <a16:creationId xmlns:a16="http://schemas.microsoft.com/office/drawing/2014/main" id="{3A5153AC-0E6E-468A-ABE2-F942E22739D7}"/>
              </a:ext>
            </a:extLst>
          </p:cNvPr>
          <p:cNvSpPr>
            <a:spLocks xmlns:a="http://schemas.openxmlformats.org/drawingml/2006/main" noGrp="1"/>
          </p:cNvSpPr>
          <p:nvPr/>
        </p:nvSpPr>
        <p:spPr>
          <a:xfrm xmlns:a="http://schemas.openxmlformats.org/drawingml/2006/main">
            <a:off x="10382250" y="123825"/>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275" b="0">
                <a:solidFill>
                  <a:srgbClr val="607481"/>
                </a:solidFill>
                <a:latin typeface="Noto Sans KR"/>
                <a:ea typeface="Noto Sans KR"/>
                <a:cs typeface="Noto Sans KR"/>
              </a:defRPr>
            </a:defPPr>
            <a:lvl1pPr>
              <a:defRPr sz="1275" b="0">
                <a:solidFill>
                  <a:srgbClr val="607481"/>
                </a:solidFill>
                <a:latin typeface="Noto Sans KR"/>
                <a:ea typeface="Noto Sans KR"/>
                <a:cs typeface="Noto Sans KR"/>
              </a:defRPr>
            </a:lvl1pPr>
            <a:lvl2pPr>
              <a:defRPr sz="1275" b="0">
                <a:solidFill>
                  <a:srgbClr val="607481"/>
                </a:solidFill>
                <a:latin typeface="Noto Sans KR"/>
                <a:ea typeface="Noto Sans KR"/>
                <a:cs typeface="Noto Sans KR"/>
              </a:defRPr>
            </a:lvl2pPr>
            <a:lvl3pPr>
              <a:defRPr sz="1275" b="0">
                <a:solidFill>
                  <a:srgbClr val="607481"/>
                </a:solidFill>
                <a:latin typeface="Noto Sans KR"/>
                <a:ea typeface="Noto Sans KR"/>
                <a:cs typeface="Noto Sans KR"/>
              </a:defRPr>
            </a:lvl3pPr>
            <a:lvl4pPr>
              <a:defRPr sz="1275" b="0">
                <a:solidFill>
                  <a:srgbClr val="607481"/>
                </a:solidFill>
                <a:latin typeface="Noto Sans KR"/>
                <a:ea typeface="Noto Sans KR"/>
                <a:cs typeface="Noto Sans KR"/>
              </a:defRPr>
            </a:lvl4pPr>
            <a:lvl5pPr>
              <a:defRPr sz="1275" b="0">
                <a:solidFill>
                  <a:srgbClr val="607481"/>
                </a:solidFill>
                <a:latin typeface="Noto Sans KR"/>
                <a:ea typeface="Noto Sans KR"/>
                <a:cs typeface="Noto Sans KR"/>
              </a:defRPr>
            </a:lvl5pPr>
            <a:lvl6pPr>
              <a:defRPr sz="1275" b="0">
                <a:solidFill>
                  <a:srgbClr val="607481"/>
                </a:solidFill>
                <a:latin typeface="Noto Sans KR"/>
                <a:ea typeface="Noto Sans KR"/>
                <a:cs typeface="Noto Sans KR"/>
              </a:defRPr>
            </a:lvl6pPr>
            <a:lvl7pPr>
              <a:defRPr sz="1275" b="0">
                <a:solidFill>
                  <a:srgbClr val="607481"/>
                </a:solidFill>
                <a:latin typeface="Noto Sans KR"/>
                <a:ea typeface="Noto Sans KR"/>
                <a:cs typeface="Noto Sans KR"/>
              </a:defRPr>
            </a:lvl7pPr>
            <a:lvl8pPr>
              <a:defRPr sz="1275" b="0">
                <a:solidFill>
                  <a:srgbClr val="607481"/>
                </a:solidFill>
                <a:latin typeface="Noto Sans KR"/>
                <a:ea typeface="Noto Sans KR"/>
                <a:cs typeface="Noto Sans KR"/>
              </a:defRPr>
            </a:lvl8pPr>
            <a:lvl9pPr>
              <a:defRPr sz="1275" b="0">
                <a:solidFill>
                  <a:srgbClr val="607481"/>
                </a:solidFill>
                <a:latin typeface="Noto Sans KR"/>
                <a:ea typeface="Noto Sans KR"/>
                <a:cs typeface="Noto Sans KR"/>
              </a:defRPr>
            </a:lvl9pPr>
          </a:lstStyle>
          <a:p xmlns:a="http://schemas.openxmlformats.org/drawingml/2006/main">
            <a:pPr>
              <a:defRPr sz="1275" b="0">
                <a:solidFill>
                  <a:srgbClr val="607481"/>
                </a:solidFill>
                <a:latin typeface="Noto Sans KR"/>
                <a:ea typeface="Noto Sans KR"/>
                <a:cs typeface="Noto Sans KR"/>
              </a:defRPr>
            </a:pPr>
            <a:r>
              <a:rPr sz="1275" b="0">
                <a:solidFill>
                  <a:srgbClr val="607481"/>
                </a:solidFill>
                <a:latin typeface="Noto Sans KR"/>
                <a:ea typeface="Noto Sans KR"/>
                <a:cs typeface="Noto Sans KR"/>
              </a:rPr>
              <a:t>10 / 11쪽</a:t>
            </a:r>
          </a:p>
        </p:txBody>
      </p:sp>
    </p:spTree>
    <p:extLst>
      <p:ext uri="{BB962C8B-B14F-4D97-AF65-F5344CB8AC3E}">
        <p14:creationId xmlns:p14="http://schemas.microsoft.com/office/powerpoint/2010/main" val="358168860"/>
      </p:ext>
    </p:extLst>
  </p:cSld>
</p:sld>
</file>

<file path=ppt/slides/slide11.xml><?xml version="1.0" encoding="utf-8"?>
<p:sld xmlns:p="http://schemas.openxmlformats.org/presentationml/2006/main">
  <p:cSld>
    <p:bg>
      <p:bgPr>
        <a:solidFill xmlns:a="http://schemas.openxmlformats.org/drawingml/2006/main">
          <a:srgbClr val="102B40"/>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2D96BB4E-4128-42F3-8B18-A74947EAE397}"/>
              </a:ext>
            </a:extLst>
          </p:cNvPr>
          <p:cNvSpPr>
            <a:spLocks xmlns:a="http://schemas.openxmlformats.org/drawingml/2006/main" noGrp="1"/>
          </p:cNvSpPr>
          <p:nvPr/>
        </p:nvSpPr>
        <p:spPr>
          <a:xfrm xmlns:a="http://schemas.openxmlformats.org/drawingml/2006/main">
            <a:off x="609600" y="428625"/>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3000" b="1">
                <a:solidFill>
                  <a:srgbClr val="FFFFFF"/>
                </a:solidFill>
                <a:latin typeface="Noto Sans KR"/>
                <a:ea typeface="Noto Sans KR"/>
                <a:cs typeface="Noto Sans KR"/>
              </a:defRPr>
            </a:defPPr>
            <a:lvl1pPr>
              <a:defRPr sz="3000" b="1">
                <a:solidFill>
                  <a:srgbClr val="FFFFFF"/>
                </a:solidFill>
                <a:latin typeface="Noto Sans KR"/>
                <a:ea typeface="Noto Sans KR"/>
                <a:cs typeface="Noto Sans KR"/>
              </a:defRPr>
            </a:lvl1pPr>
            <a:lvl2pPr>
              <a:defRPr sz="3000" b="1">
                <a:solidFill>
                  <a:srgbClr val="FFFFFF"/>
                </a:solidFill>
                <a:latin typeface="Noto Sans KR"/>
                <a:ea typeface="Noto Sans KR"/>
                <a:cs typeface="Noto Sans KR"/>
              </a:defRPr>
            </a:lvl2pPr>
            <a:lvl3pPr>
              <a:defRPr sz="3000" b="1">
                <a:solidFill>
                  <a:srgbClr val="FFFFFF"/>
                </a:solidFill>
                <a:latin typeface="Noto Sans KR"/>
                <a:ea typeface="Noto Sans KR"/>
                <a:cs typeface="Noto Sans KR"/>
              </a:defRPr>
            </a:lvl3pPr>
            <a:lvl4pPr>
              <a:defRPr sz="3000" b="1">
                <a:solidFill>
                  <a:srgbClr val="FFFFFF"/>
                </a:solidFill>
                <a:latin typeface="Noto Sans KR"/>
                <a:ea typeface="Noto Sans KR"/>
                <a:cs typeface="Noto Sans KR"/>
              </a:defRPr>
            </a:lvl4pPr>
            <a:lvl5pPr>
              <a:defRPr sz="3000" b="1">
                <a:solidFill>
                  <a:srgbClr val="FFFFFF"/>
                </a:solidFill>
                <a:latin typeface="Noto Sans KR"/>
                <a:ea typeface="Noto Sans KR"/>
                <a:cs typeface="Noto Sans KR"/>
              </a:defRPr>
            </a:lvl5pPr>
            <a:lvl6pPr>
              <a:defRPr sz="3000" b="1">
                <a:solidFill>
                  <a:srgbClr val="FFFFFF"/>
                </a:solidFill>
                <a:latin typeface="Noto Sans KR"/>
                <a:ea typeface="Noto Sans KR"/>
                <a:cs typeface="Noto Sans KR"/>
              </a:defRPr>
            </a:lvl6pPr>
            <a:lvl7pPr>
              <a:defRPr sz="3000" b="1">
                <a:solidFill>
                  <a:srgbClr val="FFFFFF"/>
                </a:solidFill>
                <a:latin typeface="Noto Sans KR"/>
                <a:ea typeface="Noto Sans KR"/>
                <a:cs typeface="Noto Sans KR"/>
              </a:defRPr>
            </a:lvl7pPr>
            <a:lvl8pPr>
              <a:defRPr sz="3000" b="1">
                <a:solidFill>
                  <a:srgbClr val="FFFFFF"/>
                </a:solidFill>
                <a:latin typeface="Noto Sans KR"/>
                <a:ea typeface="Noto Sans KR"/>
                <a:cs typeface="Noto Sans KR"/>
              </a:defRPr>
            </a:lvl8pPr>
            <a:lvl9pPr>
              <a:defRPr sz="3000" b="1">
                <a:solidFill>
                  <a:srgbClr val="FFFFFF"/>
                </a:solidFill>
                <a:latin typeface="Noto Sans KR"/>
                <a:ea typeface="Noto Sans KR"/>
                <a:cs typeface="Noto Sans KR"/>
              </a:defRPr>
            </a:lvl9pPr>
          </a:lstStyle>
          <a:p xmlns:a="http://schemas.openxmlformats.org/drawingml/2006/main">
            <a:pPr>
              <a:defRPr sz="3000" b="1">
                <a:solidFill>
                  <a:srgbClr val="FFFFFF"/>
                </a:solidFill>
                <a:latin typeface="Noto Sans KR"/>
                <a:ea typeface="Noto Sans KR"/>
                <a:cs typeface="Noto Sans KR"/>
              </a:defRPr>
            </a:pPr>
            <a:r>
              <a:rPr sz="3000" b="1">
                <a:solidFill>
                  <a:srgbClr val="FFFFFF"/>
                </a:solidFill>
                <a:latin typeface="Noto Sans KR"/>
                <a:ea typeface="Noto Sans KR"/>
                <a:cs typeface="Noto Sans KR"/>
              </a:rPr>
              <a:t>모두가 흐름을 알고, 함께 대응하는 회사로</a:t>
            </a:r>
          </a:p>
        </p:txBody>
      </p:sp>
      <p:sp>
        <p:nvSpPr>
          <p:cNvPr id="2" name="text-1">
            <a:extLst xmlns:a="http://schemas.openxmlformats.org/drawingml/2006/main">
              <a:ext uri="{FF2B5EF4-FFF2-40B4-BE49-F238E27FC236}">
                <a16:creationId xmlns:a16="http://schemas.microsoft.com/office/drawing/2014/main" id="{C7549AC6-A6B9-4DC2-A568-99F1C6D34DF1}"/>
              </a:ext>
            </a:extLst>
          </p:cNvPr>
          <p:cNvSpPr>
            <a:spLocks xmlns:a="http://schemas.openxmlformats.org/drawingml/2006/main" noGrp="1"/>
          </p:cNvSpPr>
          <p:nvPr/>
        </p:nvSpPr>
        <p:spPr>
          <a:xfrm xmlns:a="http://schemas.openxmlformats.org/drawingml/2006/main">
            <a:off x="628650" y="1133475"/>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650" b="0">
                <a:solidFill>
                  <a:srgbClr val="B8CED8"/>
                </a:solidFill>
                <a:latin typeface="Noto Sans KR"/>
                <a:ea typeface="Noto Sans KR"/>
                <a:cs typeface="Noto Sans KR"/>
              </a:defRPr>
            </a:defPPr>
            <a:lvl1pPr>
              <a:defRPr sz="1650" b="0">
                <a:solidFill>
                  <a:srgbClr val="B8CED8"/>
                </a:solidFill>
                <a:latin typeface="Noto Sans KR"/>
                <a:ea typeface="Noto Sans KR"/>
                <a:cs typeface="Noto Sans KR"/>
              </a:defRPr>
            </a:lvl1pPr>
            <a:lvl2pPr>
              <a:defRPr sz="1650" b="0">
                <a:solidFill>
                  <a:srgbClr val="B8CED8"/>
                </a:solidFill>
                <a:latin typeface="Noto Sans KR"/>
                <a:ea typeface="Noto Sans KR"/>
                <a:cs typeface="Noto Sans KR"/>
              </a:defRPr>
            </a:lvl2pPr>
            <a:lvl3pPr>
              <a:defRPr sz="1650" b="0">
                <a:solidFill>
                  <a:srgbClr val="B8CED8"/>
                </a:solidFill>
                <a:latin typeface="Noto Sans KR"/>
                <a:ea typeface="Noto Sans KR"/>
                <a:cs typeface="Noto Sans KR"/>
              </a:defRPr>
            </a:lvl3pPr>
            <a:lvl4pPr>
              <a:defRPr sz="1650" b="0">
                <a:solidFill>
                  <a:srgbClr val="B8CED8"/>
                </a:solidFill>
                <a:latin typeface="Noto Sans KR"/>
                <a:ea typeface="Noto Sans KR"/>
                <a:cs typeface="Noto Sans KR"/>
              </a:defRPr>
            </a:lvl4pPr>
            <a:lvl5pPr>
              <a:defRPr sz="1650" b="0">
                <a:solidFill>
                  <a:srgbClr val="B8CED8"/>
                </a:solidFill>
                <a:latin typeface="Noto Sans KR"/>
                <a:ea typeface="Noto Sans KR"/>
                <a:cs typeface="Noto Sans KR"/>
              </a:defRPr>
            </a:lvl5pPr>
            <a:lvl6pPr>
              <a:defRPr sz="1650" b="0">
                <a:solidFill>
                  <a:srgbClr val="B8CED8"/>
                </a:solidFill>
                <a:latin typeface="Noto Sans KR"/>
                <a:ea typeface="Noto Sans KR"/>
                <a:cs typeface="Noto Sans KR"/>
              </a:defRPr>
            </a:lvl6pPr>
            <a:lvl7pPr>
              <a:defRPr sz="1650" b="0">
                <a:solidFill>
                  <a:srgbClr val="B8CED8"/>
                </a:solidFill>
                <a:latin typeface="Noto Sans KR"/>
                <a:ea typeface="Noto Sans KR"/>
                <a:cs typeface="Noto Sans KR"/>
              </a:defRPr>
            </a:lvl7pPr>
            <a:lvl8pPr>
              <a:defRPr sz="1650" b="0">
                <a:solidFill>
                  <a:srgbClr val="B8CED8"/>
                </a:solidFill>
                <a:latin typeface="Noto Sans KR"/>
                <a:ea typeface="Noto Sans KR"/>
                <a:cs typeface="Noto Sans KR"/>
              </a:defRPr>
            </a:lvl8pPr>
            <a:lvl9pPr>
              <a:defRPr sz="1650" b="0">
                <a:solidFill>
                  <a:srgbClr val="B8CED8"/>
                </a:solidFill>
                <a:latin typeface="Noto Sans KR"/>
                <a:ea typeface="Noto Sans KR"/>
                <a:cs typeface="Noto Sans KR"/>
              </a:defRPr>
            </a:lvl9pPr>
          </a:lstStyle>
          <a:p xmlns:a="http://schemas.openxmlformats.org/drawingml/2006/main">
            <a:pPr>
              <a:defRPr sz="1650" b="0">
                <a:solidFill>
                  <a:srgbClr val="B8CED8"/>
                </a:solidFill>
                <a:latin typeface="Noto Sans KR"/>
                <a:ea typeface="Noto Sans KR"/>
                <a:cs typeface="Noto Sans KR"/>
              </a:defRPr>
            </a:pPr>
            <a:r>
              <a:rPr sz="1650" b="0">
                <a:solidFill>
                  <a:srgbClr val="B8CED8"/>
                </a:solidFill>
                <a:latin typeface="Noto Sans KR"/>
                <a:ea typeface="Noto Sans KR"/>
                <a:cs typeface="Noto Sans KR"/>
              </a:rPr>
              <a:t>대표님의 지원과 직원들의 참여로 실제 사용하는 시스템을 만들겠습니다</a:t>
            </a:r>
          </a:p>
        </p:txBody>
      </p:sp>
      <p:sp>
        <p:nvSpPr>
          <p:cNvPr id="3" name="text-2">
            <a:extLst xmlns:a="http://schemas.openxmlformats.org/drawingml/2006/main">
              <a:ext uri="{FF2B5EF4-FFF2-40B4-BE49-F238E27FC236}">
                <a16:creationId xmlns:a16="http://schemas.microsoft.com/office/drawing/2014/main" id="{61C44FBB-37E8-47F7-AA22-25120986F159}"/>
              </a:ext>
            </a:extLst>
          </p:cNvPr>
          <p:cNvSpPr>
            <a:spLocks xmlns:a="http://schemas.openxmlformats.org/drawingml/2006/main" noGrp="1"/>
          </p:cNvSpPr>
          <p:nvPr/>
        </p:nvSpPr>
        <p:spPr>
          <a:xfrm xmlns:a="http://schemas.openxmlformats.org/drawingml/2006/main">
            <a:off x="723900" y="2009775"/>
            <a:ext cx="2000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2400" b="1">
                <a:solidFill>
                  <a:srgbClr val="18B7B0"/>
                </a:solidFill>
                <a:latin typeface="Noto Sans KR"/>
                <a:ea typeface="Noto Sans KR"/>
                <a:cs typeface="Noto Sans KR"/>
              </a:defRPr>
            </a:defPPr>
            <a:lvl1pPr>
              <a:defRPr sz="2400" b="1">
                <a:solidFill>
                  <a:srgbClr val="18B7B0"/>
                </a:solidFill>
                <a:latin typeface="Noto Sans KR"/>
                <a:ea typeface="Noto Sans KR"/>
                <a:cs typeface="Noto Sans KR"/>
              </a:defRPr>
            </a:lvl1pPr>
            <a:lvl2pPr>
              <a:defRPr sz="2400" b="1">
                <a:solidFill>
                  <a:srgbClr val="18B7B0"/>
                </a:solidFill>
                <a:latin typeface="Noto Sans KR"/>
                <a:ea typeface="Noto Sans KR"/>
                <a:cs typeface="Noto Sans KR"/>
              </a:defRPr>
            </a:lvl2pPr>
            <a:lvl3pPr>
              <a:defRPr sz="2400" b="1">
                <a:solidFill>
                  <a:srgbClr val="18B7B0"/>
                </a:solidFill>
                <a:latin typeface="Noto Sans KR"/>
                <a:ea typeface="Noto Sans KR"/>
                <a:cs typeface="Noto Sans KR"/>
              </a:defRPr>
            </a:lvl3pPr>
            <a:lvl4pPr>
              <a:defRPr sz="2400" b="1">
                <a:solidFill>
                  <a:srgbClr val="18B7B0"/>
                </a:solidFill>
                <a:latin typeface="Noto Sans KR"/>
                <a:ea typeface="Noto Sans KR"/>
                <a:cs typeface="Noto Sans KR"/>
              </a:defRPr>
            </a:lvl4pPr>
            <a:lvl5pPr>
              <a:defRPr sz="2400" b="1">
                <a:solidFill>
                  <a:srgbClr val="18B7B0"/>
                </a:solidFill>
                <a:latin typeface="Noto Sans KR"/>
                <a:ea typeface="Noto Sans KR"/>
                <a:cs typeface="Noto Sans KR"/>
              </a:defRPr>
            </a:lvl5pPr>
            <a:lvl6pPr>
              <a:defRPr sz="2400" b="1">
                <a:solidFill>
                  <a:srgbClr val="18B7B0"/>
                </a:solidFill>
                <a:latin typeface="Noto Sans KR"/>
                <a:ea typeface="Noto Sans KR"/>
                <a:cs typeface="Noto Sans KR"/>
              </a:defRPr>
            </a:lvl6pPr>
            <a:lvl7pPr>
              <a:defRPr sz="2400" b="1">
                <a:solidFill>
                  <a:srgbClr val="18B7B0"/>
                </a:solidFill>
                <a:latin typeface="Noto Sans KR"/>
                <a:ea typeface="Noto Sans KR"/>
                <a:cs typeface="Noto Sans KR"/>
              </a:defRPr>
            </a:lvl7pPr>
            <a:lvl8pPr>
              <a:defRPr sz="2400" b="1">
                <a:solidFill>
                  <a:srgbClr val="18B7B0"/>
                </a:solidFill>
                <a:latin typeface="Noto Sans KR"/>
                <a:ea typeface="Noto Sans KR"/>
                <a:cs typeface="Noto Sans KR"/>
              </a:defRPr>
            </a:lvl8pPr>
            <a:lvl9pPr>
              <a:defRPr sz="2400" b="1">
                <a:solidFill>
                  <a:srgbClr val="18B7B0"/>
                </a:solidFill>
                <a:latin typeface="Noto Sans KR"/>
                <a:ea typeface="Noto Sans KR"/>
                <a:cs typeface="Noto Sans KR"/>
              </a:defRPr>
            </a:lvl9pPr>
          </a:lstStyle>
          <a:p xmlns:a="http://schemas.openxmlformats.org/drawingml/2006/main">
            <a:pPr>
              <a:defRPr sz="2400" b="1">
                <a:solidFill>
                  <a:srgbClr val="18B7B0"/>
                </a:solidFill>
                <a:latin typeface="Noto Sans KR"/>
                <a:ea typeface="Noto Sans KR"/>
                <a:cs typeface="Noto Sans KR"/>
              </a:defRPr>
            </a:pPr>
            <a:r>
              <a:rPr sz="2400" b="1">
                <a:solidFill>
                  <a:srgbClr val="18B7B0"/>
                </a:solidFill>
                <a:latin typeface="Noto Sans KR"/>
                <a:ea typeface="Noto Sans KR"/>
                <a:cs typeface="Noto Sans KR"/>
              </a:rPr>
              <a:t>직원</a:t>
            </a:r>
          </a:p>
        </p:txBody>
      </p:sp>
      <p:sp>
        <p:nvSpPr>
          <p:cNvPr id="4" name="text-3">
            <a:extLst xmlns:a="http://schemas.openxmlformats.org/drawingml/2006/main">
              <a:ext uri="{FF2B5EF4-FFF2-40B4-BE49-F238E27FC236}">
                <a16:creationId xmlns:a16="http://schemas.microsoft.com/office/drawing/2014/main" id="{A7DE4631-F4BF-4DC5-95A5-459431C88105}"/>
              </a:ext>
            </a:extLst>
          </p:cNvPr>
          <p:cNvSpPr>
            <a:spLocks xmlns:a="http://schemas.openxmlformats.org/drawingml/2006/main" noGrp="1"/>
          </p:cNvSpPr>
          <p:nvPr/>
        </p:nvSpPr>
        <p:spPr>
          <a:xfrm xmlns:a="http://schemas.openxmlformats.org/drawingml/2006/main">
            <a:off x="2857500" y="2009775"/>
            <a:ext cx="8572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2250" b="0">
                <a:solidFill>
                  <a:srgbClr val="FFFFFF"/>
                </a:solidFill>
                <a:latin typeface="Noto Sans KR"/>
                <a:ea typeface="Noto Sans KR"/>
                <a:cs typeface="Noto Sans KR"/>
              </a:defRPr>
            </a:defPPr>
            <a:lvl1pPr>
              <a:defRPr sz="2250" b="0">
                <a:solidFill>
                  <a:srgbClr val="FFFFFF"/>
                </a:solidFill>
                <a:latin typeface="Noto Sans KR"/>
                <a:ea typeface="Noto Sans KR"/>
                <a:cs typeface="Noto Sans KR"/>
              </a:defRPr>
            </a:lvl1pPr>
            <a:lvl2pPr>
              <a:defRPr sz="2250" b="0">
                <a:solidFill>
                  <a:srgbClr val="FFFFFF"/>
                </a:solidFill>
                <a:latin typeface="Noto Sans KR"/>
                <a:ea typeface="Noto Sans KR"/>
                <a:cs typeface="Noto Sans KR"/>
              </a:defRPr>
            </a:lvl2pPr>
            <a:lvl3pPr>
              <a:defRPr sz="2250" b="0">
                <a:solidFill>
                  <a:srgbClr val="FFFFFF"/>
                </a:solidFill>
                <a:latin typeface="Noto Sans KR"/>
                <a:ea typeface="Noto Sans KR"/>
                <a:cs typeface="Noto Sans KR"/>
              </a:defRPr>
            </a:lvl3pPr>
            <a:lvl4pPr>
              <a:defRPr sz="2250" b="0">
                <a:solidFill>
                  <a:srgbClr val="FFFFFF"/>
                </a:solidFill>
                <a:latin typeface="Noto Sans KR"/>
                <a:ea typeface="Noto Sans KR"/>
                <a:cs typeface="Noto Sans KR"/>
              </a:defRPr>
            </a:lvl4pPr>
            <a:lvl5pPr>
              <a:defRPr sz="2250" b="0">
                <a:solidFill>
                  <a:srgbClr val="FFFFFF"/>
                </a:solidFill>
                <a:latin typeface="Noto Sans KR"/>
                <a:ea typeface="Noto Sans KR"/>
                <a:cs typeface="Noto Sans KR"/>
              </a:defRPr>
            </a:lvl5pPr>
            <a:lvl6pPr>
              <a:defRPr sz="2250" b="0">
                <a:solidFill>
                  <a:srgbClr val="FFFFFF"/>
                </a:solidFill>
                <a:latin typeface="Noto Sans KR"/>
                <a:ea typeface="Noto Sans KR"/>
                <a:cs typeface="Noto Sans KR"/>
              </a:defRPr>
            </a:lvl6pPr>
            <a:lvl7pPr>
              <a:defRPr sz="2250" b="0">
                <a:solidFill>
                  <a:srgbClr val="FFFFFF"/>
                </a:solidFill>
                <a:latin typeface="Noto Sans KR"/>
                <a:ea typeface="Noto Sans KR"/>
                <a:cs typeface="Noto Sans KR"/>
              </a:defRPr>
            </a:lvl7pPr>
            <a:lvl8pPr>
              <a:defRPr sz="2250" b="0">
                <a:solidFill>
                  <a:srgbClr val="FFFFFF"/>
                </a:solidFill>
                <a:latin typeface="Noto Sans KR"/>
                <a:ea typeface="Noto Sans KR"/>
                <a:cs typeface="Noto Sans KR"/>
              </a:defRPr>
            </a:lvl8pPr>
            <a:lvl9pPr>
              <a:defRPr sz="2250" b="0">
                <a:solidFill>
                  <a:srgbClr val="FFFFFF"/>
                </a:solidFill>
                <a:latin typeface="Noto Sans KR"/>
                <a:ea typeface="Noto Sans KR"/>
                <a:cs typeface="Noto Sans KR"/>
              </a:defRPr>
            </a:lvl9pPr>
          </a:lstStyle>
          <a:p xmlns:a="http://schemas.openxmlformats.org/drawingml/2006/main">
            <a:pPr>
              <a:defRPr sz="2250" b="0">
                <a:solidFill>
                  <a:srgbClr val="FFFFFF"/>
                </a:solidFill>
                <a:latin typeface="Noto Sans KR"/>
                <a:ea typeface="Noto Sans KR"/>
                <a:cs typeface="Noto Sans KR"/>
              </a:defRPr>
            </a:pPr>
            <a:r>
              <a:rPr sz="2250" b="0">
                <a:solidFill>
                  <a:srgbClr val="FFFFFF"/>
                </a:solidFill>
                <a:latin typeface="Noto Sans KR"/>
                <a:ea typeface="Noto Sans KR"/>
                <a:cs typeface="Noto Sans KR"/>
              </a:rPr>
              <a:t>한 번 기록하고, 반복 설명과 중복 작성을 줄이기</a:t>
            </a:r>
          </a:p>
        </p:txBody>
      </p:sp>
      <p:sp>
        <p:nvSpPr>
          <p:cNvPr id="5" name="text-4">
            <a:extLst xmlns:a="http://schemas.openxmlformats.org/drawingml/2006/main">
              <a:ext uri="{FF2B5EF4-FFF2-40B4-BE49-F238E27FC236}">
                <a16:creationId xmlns:a16="http://schemas.microsoft.com/office/drawing/2014/main" id="{DE713BF9-D159-4BF9-AA3F-3B9B29FACCFC}"/>
              </a:ext>
            </a:extLst>
          </p:cNvPr>
          <p:cNvSpPr>
            <a:spLocks xmlns:a="http://schemas.openxmlformats.org/drawingml/2006/main" noGrp="1"/>
          </p:cNvSpPr>
          <p:nvPr/>
        </p:nvSpPr>
        <p:spPr>
          <a:xfrm xmlns:a="http://schemas.openxmlformats.org/drawingml/2006/main">
            <a:off x="723900" y="3009900"/>
            <a:ext cx="2000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2400" b="1">
                <a:solidFill>
                  <a:srgbClr val="18B7B0"/>
                </a:solidFill>
                <a:latin typeface="Noto Sans KR"/>
                <a:ea typeface="Noto Sans KR"/>
                <a:cs typeface="Noto Sans KR"/>
              </a:defRPr>
            </a:defPPr>
            <a:lvl1pPr>
              <a:defRPr sz="2400" b="1">
                <a:solidFill>
                  <a:srgbClr val="18B7B0"/>
                </a:solidFill>
                <a:latin typeface="Noto Sans KR"/>
                <a:ea typeface="Noto Sans KR"/>
                <a:cs typeface="Noto Sans KR"/>
              </a:defRPr>
            </a:lvl1pPr>
            <a:lvl2pPr>
              <a:defRPr sz="2400" b="1">
                <a:solidFill>
                  <a:srgbClr val="18B7B0"/>
                </a:solidFill>
                <a:latin typeface="Noto Sans KR"/>
                <a:ea typeface="Noto Sans KR"/>
                <a:cs typeface="Noto Sans KR"/>
              </a:defRPr>
            </a:lvl2pPr>
            <a:lvl3pPr>
              <a:defRPr sz="2400" b="1">
                <a:solidFill>
                  <a:srgbClr val="18B7B0"/>
                </a:solidFill>
                <a:latin typeface="Noto Sans KR"/>
                <a:ea typeface="Noto Sans KR"/>
                <a:cs typeface="Noto Sans KR"/>
              </a:defRPr>
            </a:lvl3pPr>
            <a:lvl4pPr>
              <a:defRPr sz="2400" b="1">
                <a:solidFill>
                  <a:srgbClr val="18B7B0"/>
                </a:solidFill>
                <a:latin typeface="Noto Sans KR"/>
                <a:ea typeface="Noto Sans KR"/>
                <a:cs typeface="Noto Sans KR"/>
              </a:defRPr>
            </a:lvl4pPr>
            <a:lvl5pPr>
              <a:defRPr sz="2400" b="1">
                <a:solidFill>
                  <a:srgbClr val="18B7B0"/>
                </a:solidFill>
                <a:latin typeface="Noto Sans KR"/>
                <a:ea typeface="Noto Sans KR"/>
                <a:cs typeface="Noto Sans KR"/>
              </a:defRPr>
            </a:lvl5pPr>
            <a:lvl6pPr>
              <a:defRPr sz="2400" b="1">
                <a:solidFill>
                  <a:srgbClr val="18B7B0"/>
                </a:solidFill>
                <a:latin typeface="Noto Sans KR"/>
                <a:ea typeface="Noto Sans KR"/>
                <a:cs typeface="Noto Sans KR"/>
              </a:defRPr>
            </a:lvl6pPr>
            <a:lvl7pPr>
              <a:defRPr sz="2400" b="1">
                <a:solidFill>
                  <a:srgbClr val="18B7B0"/>
                </a:solidFill>
                <a:latin typeface="Noto Sans KR"/>
                <a:ea typeface="Noto Sans KR"/>
                <a:cs typeface="Noto Sans KR"/>
              </a:defRPr>
            </a:lvl7pPr>
            <a:lvl8pPr>
              <a:defRPr sz="2400" b="1">
                <a:solidFill>
                  <a:srgbClr val="18B7B0"/>
                </a:solidFill>
                <a:latin typeface="Noto Sans KR"/>
                <a:ea typeface="Noto Sans KR"/>
                <a:cs typeface="Noto Sans KR"/>
              </a:defRPr>
            </a:lvl8pPr>
            <a:lvl9pPr>
              <a:defRPr sz="2400" b="1">
                <a:solidFill>
                  <a:srgbClr val="18B7B0"/>
                </a:solidFill>
                <a:latin typeface="Noto Sans KR"/>
                <a:ea typeface="Noto Sans KR"/>
                <a:cs typeface="Noto Sans KR"/>
              </a:defRPr>
            </a:lvl9pPr>
          </a:lstStyle>
          <a:p xmlns:a="http://schemas.openxmlformats.org/drawingml/2006/main">
            <a:pPr>
              <a:defRPr sz="2400" b="1">
                <a:solidFill>
                  <a:srgbClr val="18B7B0"/>
                </a:solidFill>
                <a:latin typeface="Noto Sans KR"/>
                <a:ea typeface="Noto Sans KR"/>
                <a:cs typeface="Noto Sans KR"/>
              </a:defRPr>
            </a:pPr>
            <a:r>
              <a:rPr sz="2400" b="1">
                <a:solidFill>
                  <a:srgbClr val="18B7B0"/>
                </a:solidFill>
                <a:latin typeface="Noto Sans KR"/>
                <a:ea typeface="Noto Sans KR"/>
                <a:cs typeface="Noto Sans KR"/>
              </a:rPr>
              <a:t>팀장</a:t>
            </a:r>
          </a:p>
        </p:txBody>
      </p:sp>
      <p:sp>
        <p:nvSpPr>
          <p:cNvPr id="6" name="text-5">
            <a:extLst xmlns:a="http://schemas.openxmlformats.org/drawingml/2006/main">
              <a:ext uri="{FF2B5EF4-FFF2-40B4-BE49-F238E27FC236}">
                <a16:creationId xmlns:a16="http://schemas.microsoft.com/office/drawing/2014/main" id="{B6F2068B-2897-437D-B07E-948E894647DA}"/>
              </a:ext>
            </a:extLst>
          </p:cNvPr>
          <p:cNvSpPr>
            <a:spLocks xmlns:a="http://schemas.openxmlformats.org/drawingml/2006/main" noGrp="1"/>
          </p:cNvSpPr>
          <p:nvPr/>
        </p:nvSpPr>
        <p:spPr>
          <a:xfrm xmlns:a="http://schemas.openxmlformats.org/drawingml/2006/main">
            <a:off x="2857500" y="3009900"/>
            <a:ext cx="8572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2250" b="0">
                <a:solidFill>
                  <a:srgbClr val="FFFFFF"/>
                </a:solidFill>
                <a:latin typeface="Noto Sans KR"/>
                <a:ea typeface="Noto Sans KR"/>
                <a:cs typeface="Noto Sans KR"/>
              </a:defRPr>
            </a:defPPr>
            <a:lvl1pPr>
              <a:defRPr sz="2250" b="0">
                <a:solidFill>
                  <a:srgbClr val="FFFFFF"/>
                </a:solidFill>
                <a:latin typeface="Noto Sans KR"/>
                <a:ea typeface="Noto Sans KR"/>
                <a:cs typeface="Noto Sans KR"/>
              </a:defRPr>
            </a:lvl1pPr>
            <a:lvl2pPr>
              <a:defRPr sz="2250" b="0">
                <a:solidFill>
                  <a:srgbClr val="FFFFFF"/>
                </a:solidFill>
                <a:latin typeface="Noto Sans KR"/>
                <a:ea typeface="Noto Sans KR"/>
                <a:cs typeface="Noto Sans KR"/>
              </a:defRPr>
            </a:lvl2pPr>
            <a:lvl3pPr>
              <a:defRPr sz="2250" b="0">
                <a:solidFill>
                  <a:srgbClr val="FFFFFF"/>
                </a:solidFill>
                <a:latin typeface="Noto Sans KR"/>
                <a:ea typeface="Noto Sans KR"/>
                <a:cs typeface="Noto Sans KR"/>
              </a:defRPr>
            </a:lvl3pPr>
            <a:lvl4pPr>
              <a:defRPr sz="2250" b="0">
                <a:solidFill>
                  <a:srgbClr val="FFFFFF"/>
                </a:solidFill>
                <a:latin typeface="Noto Sans KR"/>
                <a:ea typeface="Noto Sans KR"/>
                <a:cs typeface="Noto Sans KR"/>
              </a:defRPr>
            </a:lvl4pPr>
            <a:lvl5pPr>
              <a:defRPr sz="2250" b="0">
                <a:solidFill>
                  <a:srgbClr val="FFFFFF"/>
                </a:solidFill>
                <a:latin typeface="Noto Sans KR"/>
                <a:ea typeface="Noto Sans KR"/>
                <a:cs typeface="Noto Sans KR"/>
              </a:defRPr>
            </a:lvl5pPr>
            <a:lvl6pPr>
              <a:defRPr sz="2250" b="0">
                <a:solidFill>
                  <a:srgbClr val="FFFFFF"/>
                </a:solidFill>
                <a:latin typeface="Noto Sans KR"/>
                <a:ea typeface="Noto Sans KR"/>
                <a:cs typeface="Noto Sans KR"/>
              </a:defRPr>
            </a:lvl6pPr>
            <a:lvl7pPr>
              <a:defRPr sz="2250" b="0">
                <a:solidFill>
                  <a:srgbClr val="FFFFFF"/>
                </a:solidFill>
                <a:latin typeface="Noto Sans KR"/>
                <a:ea typeface="Noto Sans KR"/>
                <a:cs typeface="Noto Sans KR"/>
              </a:defRPr>
            </a:lvl7pPr>
            <a:lvl8pPr>
              <a:defRPr sz="2250" b="0">
                <a:solidFill>
                  <a:srgbClr val="FFFFFF"/>
                </a:solidFill>
                <a:latin typeface="Noto Sans KR"/>
                <a:ea typeface="Noto Sans KR"/>
                <a:cs typeface="Noto Sans KR"/>
              </a:defRPr>
            </a:lvl8pPr>
            <a:lvl9pPr>
              <a:defRPr sz="2250" b="0">
                <a:solidFill>
                  <a:srgbClr val="FFFFFF"/>
                </a:solidFill>
                <a:latin typeface="Noto Sans KR"/>
                <a:ea typeface="Noto Sans KR"/>
                <a:cs typeface="Noto Sans KR"/>
              </a:defRPr>
            </a:lvl9pPr>
          </a:lstStyle>
          <a:p xmlns:a="http://schemas.openxmlformats.org/drawingml/2006/main">
            <a:pPr>
              <a:defRPr sz="2250" b="0">
                <a:solidFill>
                  <a:srgbClr val="FFFFFF"/>
                </a:solidFill>
                <a:latin typeface="Noto Sans KR"/>
                <a:ea typeface="Noto Sans KR"/>
                <a:cs typeface="Noto Sans KR"/>
              </a:defRPr>
            </a:pPr>
            <a:r>
              <a:rPr sz="2250" b="0">
                <a:solidFill>
                  <a:srgbClr val="FFFFFF"/>
                </a:solidFill>
                <a:latin typeface="Noto Sans KR"/>
                <a:ea typeface="Noto Sans KR"/>
                <a:cs typeface="Noto Sans KR"/>
              </a:rPr>
              <a:t>기다리는 업무를 찾아 필요한 지원과 협조 연결하기</a:t>
            </a:r>
          </a:p>
        </p:txBody>
      </p:sp>
      <p:sp>
        <p:nvSpPr>
          <p:cNvPr id="7" name="text-6">
            <a:extLst xmlns:a="http://schemas.openxmlformats.org/drawingml/2006/main">
              <a:ext uri="{FF2B5EF4-FFF2-40B4-BE49-F238E27FC236}">
                <a16:creationId xmlns:a16="http://schemas.microsoft.com/office/drawing/2014/main" id="{CEA60731-EE92-413A-BD5F-112D8FF6F5A0}"/>
              </a:ext>
            </a:extLst>
          </p:cNvPr>
          <p:cNvSpPr>
            <a:spLocks xmlns:a="http://schemas.openxmlformats.org/drawingml/2006/main" noGrp="1"/>
          </p:cNvSpPr>
          <p:nvPr/>
        </p:nvSpPr>
        <p:spPr>
          <a:xfrm xmlns:a="http://schemas.openxmlformats.org/drawingml/2006/main">
            <a:off x="723900" y="4010025"/>
            <a:ext cx="2000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2400" b="1">
                <a:solidFill>
                  <a:srgbClr val="18B7B0"/>
                </a:solidFill>
                <a:latin typeface="Noto Sans KR"/>
                <a:ea typeface="Noto Sans KR"/>
                <a:cs typeface="Noto Sans KR"/>
              </a:defRPr>
            </a:defPPr>
            <a:lvl1pPr>
              <a:defRPr sz="2400" b="1">
                <a:solidFill>
                  <a:srgbClr val="18B7B0"/>
                </a:solidFill>
                <a:latin typeface="Noto Sans KR"/>
                <a:ea typeface="Noto Sans KR"/>
                <a:cs typeface="Noto Sans KR"/>
              </a:defRPr>
            </a:lvl1pPr>
            <a:lvl2pPr>
              <a:defRPr sz="2400" b="1">
                <a:solidFill>
                  <a:srgbClr val="18B7B0"/>
                </a:solidFill>
                <a:latin typeface="Noto Sans KR"/>
                <a:ea typeface="Noto Sans KR"/>
                <a:cs typeface="Noto Sans KR"/>
              </a:defRPr>
            </a:lvl2pPr>
            <a:lvl3pPr>
              <a:defRPr sz="2400" b="1">
                <a:solidFill>
                  <a:srgbClr val="18B7B0"/>
                </a:solidFill>
                <a:latin typeface="Noto Sans KR"/>
                <a:ea typeface="Noto Sans KR"/>
                <a:cs typeface="Noto Sans KR"/>
              </a:defRPr>
            </a:lvl3pPr>
            <a:lvl4pPr>
              <a:defRPr sz="2400" b="1">
                <a:solidFill>
                  <a:srgbClr val="18B7B0"/>
                </a:solidFill>
                <a:latin typeface="Noto Sans KR"/>
                <a:ea typeface="Noto Sans KR"/>
                <a:cs typeface="Noto Sans KR"/>
              </a:defRPr>
            </a:lvl4pPr>
            <a:lvl5pPr>
              <a:defRPr sz="2400" b="1">
                <a:solidFill>
                  <a:srgbClr val="18B7B0"/>
                </a:solidFill>
                <a:latin typeface="Noto Sans KR"/>
                <a:ea typeface="Noto Sans KR"/>
                <a:cs typeface="Noto Sans KR"/>
              </a:defRPr>
            </a:lvl5pPr>
            <a:lvl6pPr>
              <a:defRPr sz="2400" b="1">
                <a:solidFill>
                  <a:srgbClr val="18B7B0"/>
                </a:solidFill>
                <a:latin typeface="Noto Sans KR"/>
                <a:ea typeface="Noto Sans KR"/>
                <a:cs typeface="Noto Sans KR"/>
              </a:defRPr>
            </a:lvl6pPr>
            <a:lvl7pPr>
              <a:defRPr sz="2400" b="1">
                <a:solidFill>
                  <a:srgbClr val="18B7B0"/>
                </a:solidFill>
                <a:latin typeface="Noto Sans KR"/>
                <a:ea typeface="Noto Sans KR"/>
                <a:cs typeface="Noto Sans KR"/>
              </a:defRPr>
            </a:lvl7pPr>
            <a:lvl8pPr>
              <a:defRPr sz="2400" b="1">
                <a:solidFill>
                  <a:srgbClr val="18B7B0"/>
                </a:solidFill>
                <a:latin typeface="Noto Sans KR"/>
                <a:ea typeface="Noto Sans KR"/>
                <a:cs typeface="Noto Sans KR"/>
              </a:defRPr>
            </a:lvl8pPr>
            <a:lvl9pPr>
              <a:defRPr sz="2400" b="1">
                <a:solidFill>
                  <a:srgbClr val="18B7B0"/>
                </a:solidFill>
                <a:latin typeface="Noto Sans KR"/>
                <a:ea typeface="Noto Sans KR"/>
                <a:cs typeface="Noto Sans KR"/>
              </a:defRPr>
            </a:lvl9pPr>
          </a:lstStyle>
          <a:p xmlns:a="http://schemas.openxmlformats.org/drawingml/2006/main">
            <a:pPr>
              <a:defRPr sz="2400" b="1">
                <a:solidFill>
                  <a:srgbClr val="18B7B0"/>
                </a:solidFill>
                <a:latin typeface="Noto Sans KR"/>
                <a:ea typeface="Noto Sans KR"/>
                <a:cs typeface="Noto Sans KR"/>
              </a:defRPr>
            </a:pPr>
            <a:r>
              <a:rPr sz="2400" b="1">
                <a:solidFill>
                  <a:srgbClr val="18B7B0"/>
                </a:solidFill>
                <a:latin typeface="Noto Sans KR"/>
                <a:ea typeface="Noto Sans KR"/>
                <a:cs typeface="Noto Sans KR"/>
              </a:rPr>
              <a:t>임원</a:t>
            </a:r>
          </a:p>
        </p:txBody>
      </p:sp>
      <p:sp>
        <p:nvSpPr>
          <p:cNvPr id="8" name="text-7">
            <a:extLst xmlns:a="http://schemas.openxmlformats.org/drawingml/2006/main">
              <a:ext uri="{FF2B5EF4-FFF2-40B4-BE49-F238E27FC236}">
                <a16:creationId xmlns:a16="http://schemas.microsoft.com/office/drawing/2014/main" id="{E30AC81B-89C6-49A9-A225-07B0B79A26A2}"/>
              </a:ext>
            </a:extLst>
          </p:cNvPr>
          <p:cNvSpPr>
            <a:spLocks xmlns:a="http://schemas.openxmlformats.org/drawingml/2006/main" noGrp="1"/>
          </p:cNvSpPr>
          <p:nvPr/>
        </p:nvSpPr>
        <p:spPr>
          <a:xfrm xmlns:a="http://schemas.openxmlformats.org/drawingml/2006/main">
            <a:off x="2857500" y="4010025"/>
            <a:ext cx="8572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2250" b="0">
                <a:solidFill>
                  <a:srgbClr val="FFFFFF"/>
                </a:solidFill>
                <a:latin typeface="Noto Sans KR"/>
                <a:ea typeface="Noto Sans KR"/>
                <a:cs typeface="Noto Sans KR"/>
              </a:defRPr>
            </a:defPPr>
            <a:lvl1pPr>
              <a:defRPr sz="2250" b="0">
                <a:solidFill>
                  <a:srgbClr val="FFFFFF"/>
                </a:solidFill>
                <a:latin typeface="Noto Sans KR"/>
                <a:ea typeface="Noto Sans KR"/>
                <a:cs typeface="Noto Sans KR"/>
              </a:defRPr>
            </a:lvl1pPr>
            <a:lvl2pPr>
              <a:defRPr sz="2250" b="0">
                <a:solidFill>
                  <a:srgbClr val="FFFFFF"/>
                </a:solidFill>
                <a:latin typeface="Noto Sans KR"/>
                <a:ea typeface="Noto Sans KR"/>
                <a:cs typeface="Noto Sans KR"/>
              </a:defRPr>
            </a:lvl2pPr>
            <a:lvl3pPr>
              <a:defRPr sz="2250" b="0">
                <a:solidFill>
                  <a:srgbClr val="FFFFFF"/>
                </a:solidFill>
                <a:latin typeface="Noto Sans KR"/>
                <a:ea typeface="Noto Sans KR"/>
                <a:cs typeface="Noto Sans KR"/>
              </a:defRPr>
            </a:lvl3pPr>
            <a:lvl4pPr>
              <a:defRPr sz="2250" b="0">
                <a:solidFill>
                  <a:srgbClr val="FFFFFF"/>
                </a:solidFill>
                <a:latin typeface="Noto Sans KR"/>
                <a:ea typeface="Noto Sans KR"/>
                <a:cs typeface="Noto Sans KR"/>
              </a:defRPr>
            </a:lvl4pPr>
            <a:lvl5pPr>
              <a:defRPr sz="2250" b="0">
                <a:solidFill>
                  <a:srgbClr val="FFFFFF"/>
                </a:solidFill>
                <a:latin typeface="Noto Sans KR"/>
                <a:ea typeface="Noto Sans KR"/>
                <a:cs typeface="Noto Sans KR"/>
              </a:defRPr>
            </a:lvl5pPr>
            <a:lvl6pPr>
              <a:defRPr sz="2250" b="0">
                <a:solidFill>
                  <a:srgbClr val="FFFFFF"/>
                </a:solidFill>
                <a:latin typeface="Noto Sans KR"/>
                <a:ea typeface="Noto Sans KR"/>
                <a:cs typeface="Noto Sans KR"/>
              </a:defRPr>
            </a:lvl6pPr>
            <a:lvl7pPr>
              <a:defRPr sz="2250" b="0">
                <a:solidFill>
                  <a:srgbClr val="FFFFFF"/>
                </a:solidFill>
                <a:latin typeface="Noto Sans KR"/>
                <a:ea typeface="Noto Sans KR"/>
                <a:cs typeface="Noto Sans KR"/>
              </a:defRPr>
            </a:lvl7pPr>
            <a:lvl8pPr>
              <a:defRPr sz="2250" b="0">
                <a:solidFill>
                  <a:srgbClr val="FFFFFF"/>
                </a:solidFill>
                <a:latin typeface="Noto Sans KR"/>
                <a:ea typeface="Noto Sans KR"/>
                <a:cs typeface="Noto Sans KR"/>
              </a:defRPr>
            </a:lvl8pPr>
            <a:lvl9pPr>
              <a:defRPr sz="2250" b="0">
                <a:solidFill>
                  <a:srgbClr val="FFFFFF"/>
                </a:solidFill>
                <a:latin typeface="Noto Sans KR"/>
                <a:ea typeface="Noto Sans KR"/>
                <a:cs typeface="Noto Sans KR"/>
              </a:defRPr>
            </a:lvl9pPr>
          </a:lstStyle>
          <a:p xmlns:a="http://schemas.openxmlformats.org/drawingml/2006/main">
            <a:pPr>
              <a:defRPr sz="2250" b="0">
                <a:solidFill>
                  <a:srgbClr val="FFFFFF"/>
                </a:solidFill>
                <a:latin typeface="Noto Sans KR"/>
                <a:ea typeface="Noto Sans KR"/>
                <a:cs typeface="Noto Sans KR"/>
              </a:defRPr>
            </a:pPr>
            <a:r>
              <a:rPr sz="2250" b="0">
                <a:solidFill>
                  <a:srgbClr val="FFFFFF"/>
                </a:solidFill>
                <a:latin typeface="Noto Sans KR"/>
                <a:ea typeface="Noto Sans KR"/>
                <a:cs typeface="Noto Sans KR"/>
              </a:rPr>
              <a:t>납기·원가·수금 상황을 보고 필요한 지원 결정하기</a:t>
            </a:r>
          </a:p>
        </p:txBody>
      </p:sp>
      <p:sp>
        <p:nvSpPr>
          <p:cNvPr id="9" name="text-8">
            <a:extLst xmlns:a="http://schemas.openxmlformats.org/drawingml/2006/main">
              <a:ext uri="{FF2B5EF4-FFF2-40B4-BE49-F238E27FC236}">
                <a16:creationId xmlns:a16="http://schemas.microsoft.com/office/drawing/2014/main" id="{0B0DA317-5668-45C7-842D-AD04D98DFB73}"/>
              </a:ext>
            </a:extLst>
          </p:cNvPr>
          <p:cNvSpPr>
            <a:spLocks xmlns:a="http://schemas.openxmlformats.org/drawingml/2006/main" noGrp="1"/>
          </p:cNvSpPr>
          <p:nvPr/>
        </p:nvSpPr>
        <p:spPr>
          <a:xfrm xmlns:a="http://schemas.openxmlformats.org/drawingml/2006/main">
            <a:off x="723900" y="5248275"/>
            <a:ext cx="1076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875" b="0">
                <a:solidFill>
                  <a:srgbClr val="B8CED8"/>
                </a:solidFill>
                <a:latin typeface="Noto Sans KR"/>
                <a:ea typeface="Noto Sans KR"/>
                <a:cs typeface="Noto Sans KR"/>
              </a:defRPr>
            </a:defPPr>
            <a:lvl1pPr>
              <a:defRPr sz="1875" b="0">
                <a:solidFill>
                  <a:srgbClr val="B8CED8"/>
                </a:solidFill>
                <a:latin typeface="Noto Sans KR"/>
                <a:ea typeface="Noto Sans KR"/>
                <a:cs typeface="Noto Sans KR"/>
              </a:defRPr>
            </a:lvl1pPr>
            <a:lvl2pPr>
              <a:defRPr sz="1875" b="0">
                <a:solidFill>
                  <a:srgbClr val="B8CED8"/>
                </a:solidFill>
                <a:latin typeface="Noto Sans KR"/>
                <a:ea typeface="Noto Sans KR"/>
                <a:cs typeface="Noto Sans KR"/>
              </a:defRPr>
            </a:lvl2pPr>
            <a:lvl3pPr>
              <a:defRPr sz="1875" b="0">
                <a:solidFill>
                  <a:srgbClr val="B8CED8"/>
                </a:solidFill>
                <a:latin typeface="Noto Sans KR"/>
                <a:ea typeface="Noto Sans KR"/>
                <a:cs typeface="Noto Sans KR"/>
              </a:defRPr>
            </a:lvl3pPr>
            <a:lvl4pPr>
              <a:defRPr sz="1875" b="0">
                <a:solidFill>
                  <a:srgbClr val="B8CED8"/>
                </a:solidFill>
                <a:latin typeface="Noto Sans KR"/>
                <a:ea typeface="Noto Sans KR"/>
                <a:cs typeface="Noto Sans KR"/>
              </a:defRPr>
            </a:lvl4pPr>
            <a:lvl5pPr>
              <a:defRPr sz="1875" b="0">
                <a:solidFill>
                  <a:srgbClr val="B8CED8"/>
                </a:solidFill>
                <a:latin typeface="Noto Sans KR"/>
                <a:ea typeface="Noto Sans KR"/>
                <a:cs typeface="Noto Sans KR"/>
              </a:defRPr>
            </a:lvl5pPr>
            <a:lvl6pPr>
              <a:defRPr sz="1875" b="0">
                <a:solidFill>
                  <a:srgbClr val="B8CED8"/>
                </a:solidFill>
                <a:latin typeface="Noto Sans KR"/>
                <a:ea typeface="Noto Sans KR"/>
                <a:cs typeface="Noto Sans KR"/>
              </a:defRPr>
            </a:lvl6pPr>
            <a:lvl7pPr>
              <a:defRPr sz="1875" b="0">
                <a:solidFill>
                  <a:srgbClr val="B8CED8"/>
                </a:solidFill>
                <a:latin typeface="Noto Sans KR"/>
                <a:ea typeface="Noto Sans KR"/>
                <a:cs typeface="Noto Sans KR"/>
              </a:defRPr>
            </a:lvl7pPr>
            <a:lvl8pPr>
              <a:defRPr sz="1875" b="0">
                <a:solidFill>
                  <a:srgbClr val="B8CED8"/>
                </a:solidFill>
                <a:latin typeface="Noto Sans KR"/>
                <a:ea typeface="Noto Sans KR"/>
                <a:cs typeface="Noto Sans KR"/>
              </a:defRPr>
            </a:lvl8pPr>
            <a:lvl9pPr>
              <a:defRPr sz="1875" b="0">
                <a:solidFill>
                  <a:srgbClr val="B8CED8"/>
                </a:solidFill>
                <a:latin typeface="Noto Sans KR"/>
                <a:ea typeface="Noto Sans KR"/>
                <a:cs typeface="Noto Sans KR"/>
              </a:defRPr>
            </a:lvl9pPr>
          </a:lstStyle>
          <a:p xmlns:a="http://schemas.openxmlformats.org/drawingml/2006/main">
            <a:pPr>
              <a:defRPr sz="1875" b="0">
                <a:solidFill>
                  <a:srgbClr val="B8CED8"/>
                </a:solidFill>
                <a:latin typeface="Noto Sans KR"/>
                <a:ea typeface="Noto Sans KR"/>
                <a:cs typeface="Noto Sans KR"/>
              </a:defRPr>
            </a:pPr>
            <a:r>
              <a:rPr sz="1875" b="0">
                <a:solidFill>
                  <a:srgbClr val="B8CED8"/>
                </a:solidFill>
                <a:latin typeface="Noto Sans KR"/>
                <a:ea typeface="Noto Sans KR"/>
                <a:cs typeface="Noto Sans KR"/>
              </a:rPr>
              <a:t>회사: 담당자·참여 시간 확보     부서: 업무 공유·시험 사용·기록 실천</a:t>
            </a:r>
          </a:p>
        </p:txBody>
      </p:sp>
      <p:sp>
        <p:nvSpPr>
          <p:cNvPr id="10" name="text-9">
            <a:extLst xmlns:a="http://schemas.openxmlformats.org/drawingml/2006/main">
              <a:ext uri="{FF2B5EF4-FFF2-40B4-BE49-F238E27FC236}">
                <a16:creationId xmlns:a16="http://schemas.microsoft.com/office/drawing/2014/main" id="{179B4094-83B2-4195-BB9A-0E9F14285781}"/>
              </a:ext>
            </a:extLst>
          </p:cNvPr>
          <p:cNvSpPr>
            <a:spLocks xmlns:a="http://schemas.openxmlformats.org/drawingml/2006/main" noGrp="1"/>
          </p:cNvSpPr>
          <p:nvPr/>
        </p:nvSpPr>
        <p:spPr>
          <a:xfrm xmlns:a="http://schemas.openxmlformats.org/drawingml/2006/main">
            <a:off x="723900" y="5943600"/>
            <a:ext cx="1076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2325" b="1">
                <a:solidFill>
                  <a:srgbClr val="18B7B0"/>
                </a:solidFill>
                <a:latin typeface="Noto Sans KR"/>
                <a:ea typeface="Noto Sans KR"/>
                <a:cs typeface="Noto Sans KR"/>
              </a:defRPr>
            </a:defPPr>
            <a:lvl1pPr>
              <a:defRPr sz="2325" b="1">
                <a:solidFill>
                  <a:srgbClr val="18B7B0"/>
                </a:solidFill>
                <a:latin typeface="Noto Sans KR"/>
                <a:ea typeface="Noto Sans KR"/>
                <a:cs typeface="Noto Sans KR"/>
              </a:defRPr>
            </a:lvl1pPr>
            <a:lvl2pPr>
              <a:defRPr sz="2325" b="1">
                <a:solidFill>
                  <a:srgbClr val="18B7B0"/>
                </a:solidFill>
                <a:latin typeface="Noto Sans KR"/>
                <a:ea typeface="Noto Sans KR"/>
                <a:cs typeface="Noto Sans KR"/>
              </a:defRPr>
            </a:lvl2pPr>
            <a:lvl3pPr>
              <a:defRPr sz="2325" b="1">
                <a:solidFill>
                  <a:srgbClr val="18B7B0"/>
                </a:solidFill>
                <a:latin typeface="Noto Sans KR"/>
                <a:ea typeface="Noto Sans KR"/>
                <a:cs typeface="Noto Sans KR"/>
              </a:defRPr>
            </a:lvl3pPr>
            <a:lvl4pPr>
              <a:defRPr sz="2325" b="1">
                <a:solidFill>
                  <a:srgbClr val="18B7B0"/>
                </a:solidFill>
                <a:latin typeface="Noto Sans KR"/>
                <a:ea typeface="Noto Sans KR"/>
                <a:cs typeface="Noto Sans KR"/>
              </a:defRPr>
            </a:lvl4pPr>
            <a:lvl5pPr>
              <a:defRPr sz="2325" b="1">
                <a:solidFill>
                  <a:srgbClr val="18B7B0"/>
                </a:solidFill>
                <a:latin typeface="Noto Sans KR"/>
                <a:ea typeface="Noto Sans KR"/>
                <a:cs typeface="Noto Sans KR"/>
              </a:defRPr>
            </a:lvl5pPr>
            <a:lvl6pPr>
              <a:defRPr sz="2325" b="1">
                <a:solidFill>
                  <a:srgbClr val="18B7B0"/>
                </a:solidFill>
                <a:latin typeface="Noto Sans KR"/>
                <a:ea typeface="Noto Sans KR"/>
                <a:cs typeface="Noto Sans KR"/>
              </a:defRPr>
            </a:lvl6pPr>
            <a:lvl7pPr>
              <a:defRPr sz="2325" b="1">
                <a:solidFill>
                  <a:srgbClr val="18B7B0"/>
                </a:solidFill>
                <a:latin typeface="Noto Sans KR"/>
                <a:ea typeface="Noto Sans KR"/>
                <a:cs typeface="Noto Sans KR"/>
              </a:defRPr>
            </a:lvl7pPr>
            <a:lvl8pPr>
              <a:defRPr sz="2325" b="1">
                <a:solidFill>
                  <a:srgbClr val="18B7B0"/>
                </a:solidFill>
                <a:latin typeface="Noto Sans KR"/>
                <a:ea typeface="Noto Sans KR"/>
                <a:cs typeface="Noto Sans KR"/>
              </a:defRPr>
            </a:lvl8pPr>
            <a:lvl9pPr>
              <a:defRPr sz="2325" b="1">
                <a:solidFill>
                  <a:srgbClr val="18B7B0"/>
                </a:solidFill>
                <a:latin typeface="Noto Sans KR"/>
                <a:ea typeface="Noto Sans KR"/>
                <a:cs typeface="Noto Sans KR"/>
              </a:defRPr>
            </a:lvl9pPr>
          </a:lstStyle>
          <a:p xmlns:a="http://schemas.openxmlformats.org/drawingml/2006/main">
            <a:pPr>
              <a:defRPr sz="2325" b="1">
                <a:solidFill>
                  <a:srgbClr val="18B7B0"/>
                </a:solidFill>
                <a:latin typeface="Noto Sans KR"/>
                <a:ea typeface="Noto Sans KR"/>
                <a:cs typeface="Noto Sans KR"/>
              </a:defRPr>
            </a:pPr>
            <a:r>
              <a:rPr sz="2325" b="1">
                <a:solidFill>
                  <a:srgbClr val="18B7B0"/>
                </a:solidFill>
                <a:latin typeface="Noto Sans KR"/>
                <a:ea typeface="Noto Sans KR"/>
                <a:cs typeface="Noto Sans KR"/>
              </a:rPr>
              <a:t>우리가 남긴 기록이, 다음 사람의 일을 이어줍니다</a:t>
            </a:r>
          </a:p>
        </p:txBody>
      </p:sp>
      <p:sp>
        <p:nvSpPr>
          <p:cNvPr id="11" name="text-10">
            <a:extLst xmlns:a="http://schemas.openxmlformats.org/drawingml/2006/main">
              <a:ext uri="{FF2B5EF4-FFF2-40B4-BE49-F238E27FC236}">
                <a16:creationId xmlns:a16="http://schemas.microsoft.com/office/drawing/2014/main" id="{74E52FC7-213A-459B-9D02-69C7CA8F6890}"/>
              </a:ext>
            </a:extLst>
          </p:cNvPr>
          <p:cNvSpPr>
            <a:spLocks xmlns:a="http://schemas.openxmlformats.org/drawingml/2006/main" noGrp="1"/>
          </p:cNvSpPr>
          <p:nvPr/>
        </p:nvSpPr>
        <p:spPr>
          <a:xfrm xmlns:a="http://schemas.openxmlformats.org/drawingml/2006/main">
            <a:off x="6810375" y="1238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275" b="1">
                <a:solidFill>
                  <a:srgbClr val="18B7B0"/>
                </a:solidFill>
                <a:latin typeface="Noto Sans KR"/>
                <a:ea typeface="Noto Sans KR"/>
                <a:cs typeface="Noto Sans KR"/>
              </a:defRPr>
            </a:defPPr>
            <a:lvl1pPr>
              <a:defRPr sz="1275" b="1">
                <a:solidFill>
                  <a:srgbClr val="18B7B0"/>
                </a:solidFill>
                <a:latin typeface="Noto Sans KR"/>
                <a:ea typeface="Noto Sans KR"/>
                <a:cs typeface="Noto Sans KR"/>
              </a:defRPr>
            </a:lvl1pPr>
            <a:lvl2pPr>
              <a:defRPr sz="1275" b="1">
                <a:solidFill>
                  <a:srgbClr val="18B7B0"/>
                </a:solidFill>
                <a:latin typeface="Noto Sans KR"/>
                <a:ea typeface="Noto Sans KR"/>
                <a:cs typeface="Noto Sans KR"/>
              </a:defRPr>
            </a:lvl2pPr>
            <a:lvl3pPr>
              <a:defRPr sz="1275" b="1">
                <a:solidFill>
                  <a:srgbClr val="18B7B0"/>
                </a:solidFill>
                <a:latin typeface="Noto Sans KR"/>
                <a:ea typeface="Noto Sans KR"/>
                <a:cs typeface="Noto Sans KR"/>
              </a:defRPr>
            </a:lvl3pPr>
            <a:lvl4pPr>
              <a:defRPr sz="1275" b="1">
                <a:solidFill>
                  <a:srgbClr val="18B7B0"/>
                </a:solidFill>
                <a:latin typeface="Noto Sans KR"/>
                <a:ea typeface="Noto Sans KR"/>
                <a:cs typeface="Noto Sans KR"/>
              </a:defRPr>
            </a:lvl4pPr>
            <a:lvl5pPr>
              <a:defRPr sz="1275" b="1">
                <a:solidFill>
                  <a:srgbClr val="18B7B0"/>
                </a:solidFill>
                <a:latin typeface="Noto Sans KR"/>
                <a:ea typeface="Noto Sans KR"/>
                <a:cs typeface="Noto Sans KR"/>
              </a:defRPr>
            </a:lvl5pPr>
            <a:lvl6pPr>
              <a:defRPr sz="1275" b="1">
                <a:solidFill>
                  <a:srgbClr val="18B7B0"/>
                </a:solidFill>
                <a:latin typeface="Noto Sans KR"/>
                <a:ea typeface="Noto Sans KR"/>
                <a:cs typeface="Noto Sans KR"/>
              </a:defRPr>
            </a:lvl6pPr>
            <a:lvl7pPr>
              <a:defRPr sz="1275" b="1">
                <a:solidFill>
                  <a:srgbClr val="18B7B0"/>
                </a:solidFill>
                <a:latin typeface="Noto Sans KR"/>
                <a:ea typeface="Noto Sans KR"/>
                <a:cs typeface="Noto Sans KR"/>
              </a:defRPr>
            </a:lvl7pPr>
            <a:lvl8pPr>
              <a:defRPr sz="1275" b="1">
                <a:solidFill>
                  <a:srgbClr val="18B7B0"/>
                </a:solidFill>
                <a:latin typeface="Noto Sans KR"/>
                <a:ea typeface="Noto Sans KR"/>
                <a:cs typeface="Noto Sans KR"/>
              </a:defRPr>
            </a:lvl8pPr>
            <a:lvl9pPr>
              <a:defRPr sz="1275" b="1">
                <a:solidFill>
                  <a:srgbClr val="18B7B0"/>
                </a:solidFill>
                <a:latin typeface="Noto Sans KR"/>
                <a:ea typeface="Noto Sans KR"/>
                <a:cs typeface="Noto Sans KR"/>
              </a:defRPr>
            </a:lvl9pPr>
          </a:lstStyle>
          <a:p xmlns:a="http://schemas.openxmlformats.org/drawingml/2006/main">
            <a:pPr>
              <a:defRPr sz="1275" b="1">
                <a:solidFill>
                  <a:srgbClr val="18B7B0"/>
                </a:solidFill>
                <a:latin typeface="Noto Sans KR"/>
                <a:ea typeface="Noto Sans KR"/>
                <a:cs typeface="Noto Sans KR"/>
              </a:defRPr>
            </a:pPr>
            <a:r>
              <a:rPr sz="1275" b="1">
                <a:solidFill>
                  <a:srgbClr val="18B7B0"/>
                </a:solidFill>
                <a:latin typeface="Noto Sans KR"/>
                <a:ea typeface="Noto Sans KR"/>
                <a:cs typeface="Noto Sans KR"/>
              </a:rPr>
              <a:t>정착을 위한 약속</a:t>
            </a:r>
          </a:p>
        </p:txBody>
      </p:sp>
      <p:sp>
        <p:nvSpPr>
          <p:cNvPr id="12" name="text-11">
            <a:extLst xmlns:a="http://schemas.openxmlformats.org/drawingml/2006/main">
              <a:ext uri="{FF2B5EF4-FFF2-40B4-BE49-F238E27FC236}">
                <a16:creationId xmlns:a16="http://schemas.microsoft.com/office/drawing/2014/main" id="{BEE9A0F1-804A-44F6-9403-1DE04AFFF5DC}"/>
              </a:ext>
            </a:extLst>
          </p:cNvPr>
          <p:cNvSpPr>
            <a:spLocks xmlns:a="http://schemas.openxmlformats.org/drawingml/2006/main" noGrp="1"/>
          </p:cNvSpPr>
          <p:nvPr/>
        </p:nvSpPr>
        <p:spPr>
          <a:xfrm xmlns:a="http://schemas.openxmlformats.org/drawingml/2006/main">
            <a:off x="10382250" y="123825"/>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defRPr sz="1275" b="0">
                <a:solidFill>
                  <a:srgbClr val="B8CED8"/>
                </a:solidFill>
                <a:latin typeface="Noto Sans KR"/>
                <a:ea typeface="Noto Sans KR"/>
                <a:cs typeface="Noto Sans KR"/>
              </a:defRPr>
            </a:defPPr>
            <a:lvl1pPr>
              <a:defRPr sz="1275" b="0">
                <a:solidFill>
                  <a:srgbClr val="B8CED8"/>
                </a:solidFill>
                <a:latin typeface="Noto Sans KR"/>
                <a:ea typeface="Noto Sans KR"/>
                <a:cs typeface="Noto Sans KR"/>
              </a:defRPr>
            </a:lvl1pPr>
            <a:lvl2pPr>
              <a:defRPr sz="1275" b="0">
                <a:solidFill>
                  <a:srgbClr val="B8CED8"/>
                </a:solidFill>
                <a:latin typeface="Noto Sans KR"/>
                <a:ea typeface="Noto Sans KR"/>
                <a:cs typeface="Noto Sans KR"/>
              </a:defRPr>
            </a:lvl2pPr>
            <a:lvl3pPr>
              <a:defRPr sz="1275" b="0">
                <a:solidFill>
                  <a:srgbClr val="B8CED8"/>
                </a:solidFill>
                <a:latin typeface="Noto Sans KR"/>
                <a:ea typeface="Noto Sans KR"/>
                <a:cs typeface="Noto Sans KR"/>
              </a:defRPr>
            </a:lvl3pPr>
            <a:lvl4pPr>
              <a:defRPr sz="1275" b="0">
                <a:solidFill>
                  <a:srgbClr val="B8CED8"/>
                </a:solidFill>
                <a:latin typeface="Noto Sans KR"/>
                <a:ea typeface="Noto Sans KR"/>
                <a:cs typeface="Noto Sans KR"/>
              </a:defRPr>
            </a:lvl4pPr>
            <a:lvl5pPr>
              <a:defRPr sz="1275" b="0">
                <a:solidFill>
                  <a:srgbClr val="B8CED8"/>
                </a:solidFill>
                <a:latin typeface="Noto Sans KR"/>
                <a:ea typeface="Noto Sans KR"/>
                <a:cs typeface="Noto Sans KR"/>
              </a:defRPr>
            </a:lvl5pPr>
            <a:lvl6pPr>
              <a:defRPr sz="1275" b="0">
                <a:solidFill>
                  <a:srgbClr val="B8CED8"/>
                </a:solidFill>
                <a:latin typeface="Noto Sans KR"/>
                <a:ea typeface="Noto Sans KR"/>
                <a:cs typeface="Noto Sans KR"/>
              </a:defRPr>
            </a:lvl6pPr>
            <a:lvl7pPr>
              <a:defRPr sz="1275" b="0">
                <a:solidFill>
                  <a:srgbClr val="B8CED8"/>
                </a:solidFill>
                <a:latin typeface="Noto Sans KR"/>
                <a:ea typeface="Noto Sans KR"/>
                <a:cs typeface="Noto Sans KR"/>
              </a:defRPr>
            </a:lvl7pPr>
            <a:lvl8pPr>
              <a:defRPr sz="1275" b="0">
                <a:solidFill>
                  <a:srgbClr val="B8CED8"/>
                </a:solidFill>
                <a:latin typeface="Noto Sans KR"/>
                <a:ea typeface="Noto Sans KR"/>
                <a:cs typeface="Noto Sans KR"/>
              </a:defRPr>
            </a:lvl8pPr>
            <a:lvl9pPr>
              <a:defRPr sz="1275" b="0">
                <a:solidFill>
                  <a:srgbClr val="B8CED8"/>
                </a:solidFill>
                <a:latin typeface="Noto Sans KR"/>
                <a:ea typeface="Noto Sans KR"/>
                <a:cs typeface="Noto Sans KR"/>
              </a:defRPr>
            </a:lvl9pPr>
          </a:lstStyle>
          <a:p xmlns:a="http://schemas.openxmlformats.org/drawingml/2006/main">
            <a:pPr>
              <a:defRPr sz="1275" b="0">
                <a:solidFill>
                  <a:srgbClr val="B8CED8"/>
                </a:solidFill>
                <a:latin typeface="Noto Sans KR"/>
                <a:ea typeface="Noto Sans KR"/>
                <a:cs typeface="Noto Sans KR"/>
              </a:defRPr>
            </a:pPr>
            <a:r>
              <a:rPr sz="1275" b="0">
                <a:solidFill>
                  <a:srgbClr val="B8CED8"/>
                </a:solidFill>
                <a:latin typeface="Noto Sans KR"/>
                <a:ea typeface="Noto Sans KR"/>
                <a:cs typeface="Noto Sans KR"/>
              </a:rPr>
              <a:t>11 / 11쪽</a:t>
            </a:r>
          </a:p>
        </p:txBody>
      </p:sp>
    </p:spTree>
    <p:extLst>
      <p:ext uri="{BB962C8B-B14F-4D97-AF65-F5344CB8AC3E}">
        <p14:creationId xmlns:p14="http://schemas.microsoft.com/office/powerpoint/2010/main" val="19132551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2026-10-19T00:52:03.6760000Z</dcterms:created>
  <dcterms:modified xsi:type="dcterms:W3CDTF">2026-10-19T00:52:03.6770000Z</dcterms:modified>
</coreProperties>
</file>